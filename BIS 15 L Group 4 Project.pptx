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trictFirstAndLastChars="0" embedTrueTypeFonts="1" saveSubsetFonts="1" autoCompressPictures="0">
  <p:sldMasterIdLst>
    <p:sldMasterId id="2147483659" r:id="rId1"/>
  </p:sldMasterIdLst>
  <p:notesMasterIdLst>
    <p:notesMasterId r:id="rId13"/>
  </p:notesMasterIdLst>
  <p:sldIdLst>
    <p:sldId id="256" r:id="rId2"/>
    <p:sldId id="257" r:id="rId3"/>
    <p:sldId id="266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</p:sldIdLst>
  <p:sldSz cx="9144000" cy="5143500" type="screen16x9"/>
  <p:notesSz cx="6858000" cy="9144000"/>
  <p:embeddedFontLst>
    <p:embeddedFont>
      <p:font typeface="Barlow" pitchFamily="2" charset="77"/>
      <p:regular r:id="rId14"/>
      <p:bold r:id="rId15"/>
      <p:italic r:id="rId16"/>
      <p:boldItalic r:id="rId17"/>
    </p:embeddedFont>
    <p:embeddedFont>
      <p:font typeface="Barlow Light" panose="00000400000000000000"/>
      <p:regular r:id="rId18"/>
      <p:bold r:id="rId19"/>
      <p:italic r:id="rId20"/>
      <p:boldItalic r:id="rId21"/>
    </p:embeddedFont>
    <p:embeddedFont>
      <p:font typeface="Barlow SemiBold" panose="020F0502020204030204"/>
      <p:regular r:id="rId22"/>
      <p:bold r:id="rId23"/>
      <p:italic r:id="rId24"/>
      <p:boldItalic r:id="rId25"/>
    </p:embeddedFont>
    <p:embeddedFont>
      <p:font typeface="Montserrat" pitchFamily="2" charset="77"/>
      <p:regular r:id="rId26"/>
      <p:bold r:id="rId27"/>
      <p:italic r:id="rId28"/>
      <p:boldItalic r:id="rId29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7AD33DF-28B9-4D0D-A982-224E648724E7}">
  <a:tblStyle styleId="{57AD33DF-28B9-4D0D-A982-224E648724E7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2188"/>
    <p:restoredTop sz="94699"/>
  </p:normalViewPr>
  <p:slideViewPr>
    <p:cSldViewPr snapToGrid="0">
      <p:cViewPr varScale="1">
        <p:scale>
          <a:sx n="219" d="100"/>
          <a:sy n="219" d="100"/>
        </p:scale>
        <p:origin x="896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notesMaster" Target="notesMasters/notesMaster1.xml"/><Relationship Id="rId18" Type="http://schemas.openxmlformats.org/officeDocument/2006/relationships/font" Target="fonts/font5.fntdata"/><Relationship Id="rId26" Type="http://schemas.openxmlformats.org/officeDocument/2006/relationships/font" Target="fonts/font13.fntdata"/><Relationship Id="rId3" Type="http://schemas.openxmlformats.org/officeDocument/2006/relationships/slide" Target="slides/slide2.xml"/><Relationship Id="rId21" Type="http://schemas.openxmlformats.org/officeDocument/2006/relationships/font" Target="fonts/font8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4.fntdata"/><Relationship Id="rId25" Type="http://schemas.openxmlformats.org/officeDocument/2006/relationships/font" Target="fonts/font12.fntdata"/><Relationship Id="rId33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font" Target="fonts/font3.fntdata"/><Relationship Id="rId20" Type="http://schemas.openxmlformats.org/officeDocument/2006/relationships/font" Target="fonts/font7.fntdata"/><Relationship Id="rId29" Type="http://schemas.openxmlformats.org/officeDocument/2006/relationships/font" Target="fonts/font16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11.fntdata"/><Relationship Id="rId32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font" Target="fonts/font2.fntdata"/><Relationship Id="rId23" Type="http://schemas.openxmlformats.org/officeDocument/2006/relationships/font" Target="fonts/font10.fntdata"/><Relationship Id="rId28" Type="http://schemas.openxmlformats.org/officeDocument/2006/relationships/font" Target="fonts/font15.fntdata"/><Relationship Id="rId10" Type="http://schemas.openxmlformats.org/officeDocument/2006/relationships/slide" Target="slides/slide9.xml"/><Relationship Id="rId19" Type="http://schemas.openxmlformats.org/officeDocument/2006/relationships/font" Target="fonts/font6.fntdata"/><Relationship Id="rId31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1.fntdata"/><Relationship Id="rId22" Type="http://schemas.openxmlformats.org/officeDocument/2006/relationships/font" Target="fonts/font9.fntdata"/><Relationship Id="rId27" Type="http://schemas.openxmlformats.org/officeDocument/2006/relationships/font" Target="fonts/font14.fntdata"/><Relationship Id="rId30" Type="http://schemas.openxmlformats.org/officeDocument/2006/relationships/presProps" Target="presProps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175" y="685800"/>
            <a:ext cx="6096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g35f391192_0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175" y="685800"/>
            <a:ext cx="6096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2" name="Google Shape;152;g35f391192_0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2" name="Google Shape;162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g3ce5e948bfc_0_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3" name="Google Shape;173;g3ce5e948bfc_0_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g3ce5e948bfc_0_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0" name="Google Shape;180;g3ce5e948bfc_0_1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g3ce5e948bfc_0_2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8" name="Google Shape;188;g3ce5e948bfc_0_2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g3ce5e948bfc_0_3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6" name="Google Shape;196;g3ce5e948bfc_0_3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g3ce5e948bfc_0_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4" name="Google Shape;204;g3ce5e948bfc_0_3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Google Shape;211;g35f391192_08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2" name="Google Shape;212;g35f391192_08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Google Shape;221;g3ce5e948bfc_0_4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2" name="Google Shape;222;g3ce5e948bfc_0_4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Google Shape;228;g747fdb7cbc_0_9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175" y="685800"/>
            <a:ext cx="6096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9" name="Google Shape;229;g747fdb7cbc_0_9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" type="title">
  <p:cSld name="TITLE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gradFill>
            <a:gsLst>
              <a:gs pos="0">
                <a:srgbClr val="FFFFFF">
                  <a:alpha val="0"/>
                  <a:alpha val="46370"/>
                </a:srgbClr>
              </a:gs>
              <a:gs pos="50000">
                <a:srgbClr val="FFFFFF">
                  <a:alpha val="0"/>
                  <a:alpha val="46370"/>
                </a:srgbClr>
              </a:gs>
              <a:gs pos="100000">
                <a:schemeClr val="lt1">
                  <a:alpha val="46370"/>
                </a:schemeClr>
              </a:gs>
            </a:gsLst>
            <a:lin ang="5400012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1" name="Google Shape;11;p2"/>
          <p:cNvGrpSpPr/>
          <p:nvPr/>
        </p:nvGrpSpPr>
        <p:grpSpPr>
          <a:xfrm rot="10800000" flipH="1">
            <a:off x="341403" y="3124853"/>
            <a:ext cx="8801751" cy="2018725"/>
            <a:chOff x="-4395163" y="751996"/>
            <a:chExt cx="13539073" cy="3105254"/>
          </a:xfrm>
        </p:grpSpPr>
        <p:sp>
          <p:nvSpPr>
            <p:cNvPr id="12" name="Google Shape;12;p2"/>
            <p:cNvSpPr/>
            <p:nvPr/>
          </p:nvSpPr>
          <p:spPr>
            <a:xfrm>
              <a:off x="5833150" y="752100"/>
              <a:ext cx="743025" cy="3102950"/>
            </a:xfrm>
            <a:custGeom>
              <a:avLst/>
              <a:gdLst/>
              <a:ahLst/>
              <a:cxnLst/>
              <a:rect l="l" t="t" r="r" b="b"/>
              <a:pathLst>
                <a:path w="29721" h="124118" extrusionOk="0">
                  <a:moveTo>
                    <a:pt x="29559" y="0"/>
                  </a:moveTo>
                  <a:lnTo>
                    <a:pt x="0" y="21343"/>
                  </a:lnTo>
                  <a:lnTo>
                    <a:pt x="0" y="124118"/>
                  </a:lnTo>
                  <a:lnTo>
                    <a:pt x="29721" y="102879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</p:sp>
        <p:sp>
          <p:nvSpPr>
            <p:cNvPr id="13" name="Google Shape;13;p2"/>
            <p:cNvSpPr/>
            <p:nvPr/>
          </p:nvSpPr>
          <p:spPr>
            <a:xfrm>
              <a:off x="6572309" y="752088"/>
              <a:ext cx="2571600" cy="2571900"/>
            </a:xfrm>
            <a:prstGeom prst="rect">
              <a:avLst/>
            </a:prstGeom>
            <a:gradFill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" name="Google Shape;14;p2"/>
            <p:cNvSpPr/>
            <p:nvPr/>
          </p:nvSpPr>
          <p:spPr>
            <a:xfrm>
              <a:off x="-4395163" y="1285649"/>
              <a:ext cx="10228800" cy="2571600"/>
            </a:xfrm>
            <a:prstGeom prst="rect">
              <a:avLst/>
            </a:prstGeom>
            <a:gradFill>
              <a:gsLst>
                <a:gs pos="0">
                  <a:schemeClr val="accent2"/>
                </a:gs>
                <a:gs pos="73000">
                  <a:schemeClr val="accent2"/>
                </a:gs>
                <a:gs pos="100000">
                  <a:schemeClr val="accent3"/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" name="Google Shape;15;p2"/>
            <p:cNvSpPr/>
            <p:nvPr/>
          </p:nvSpPr>
          <p:spPr>
            <a:xfrm>
              <a:off x="5833500" y="751996"/>
              <a:ext cx="738775" cy="745525"/>
            </a:xfrm>
            <a:custGeom>
              <a:avLst/>
              <a:gdLst/>
              <a:ahLst/>
              <a:cxnLst/>
              <a:rect l="l" t="t" r="r" b="b"/>
              <a:pathLst>
                <a:path w="29551" h="29821" extrusionOk="0">
                  <a:moveTo>
                    <a:pt x="29397" y="0"/>
                  </a:moveTo>
                  <a:lnTo>
                    <a:pt x="64" y="21385"/>
                  </a:lnTo>
                  <a:lnTo>
                    <a:pt x="0" y="29821"/>
                  </a:lnTo>
                  <a:lnTo>
                    <a:pt x="29551" y="8625"/>
                  </a:lnTo>
                  <a:close/>
                </a:path>
              </a:pathLst>
            </a:custGeom>
            <a:solidFill>
              <a:srgbClr val="FFFFFF">
                <a:alpha val="11170"/>
              </a:srgbClr>
            </a:solidFill>
            <a:ln>
              <a:noFill/>
            </a:ln>
          </p:spPr>
        </p:sp>
        <p:sp>
          <p:nvSpPr>
            <p:cNvPr id="16" name="Google Shape;16;p2"/>
            <p:cNvSpPr/>
            <p:nvPr/>
          </p:nvSpPr>
          <p:spPr>
            <a:xfrm>
              <a:off x="6572284" y="752119"/>
              <a:ext cx="2571600" cy="211500"/>
            </a:xfrm>
            <a:prstGeom prst="rect">
              <a:avLst/>
            </a:prstGeom>
            <a:solidFill>
              <a:srgbClr val="FFFFFF">
                <a:alpha val="1117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" name="Google Shape;17;p2"/>
            <p:cNvSpPr/>
            <p:nvPr/>
          </p:nvSpPr>
          <p:spPr>
            <a:xfrm>
              <a:off x="-4395163" y="1285742"/>
              <a:ext cx="10228800" cy="211800"/>
            </a:xfrm>
            <a:prstGeom prst="rect">
              <a:avLst/>
            </a:prstGeom>
            <a:solidFill>
              <a:srgbClr val="FFFFFF">
                <a:alpha val="1117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8" name="Google Shape;18;p2"/>
          <p:cNvSpPr txBox="1">
            <a:spLocks noGrp="1"/>
          </p:cNvSpPr>
          <p:nvPr>
            <p:ph type="ctrTitle"/>
          </p:nvPr>
        </p:nvSpPr>
        <p:spPr>
          <a:xfrm>
            <a:off x="614975" y="3124850"/>
            <a:ext cx="6058800" cy="15321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ubtitle">
  <p:cSld name="TITLE_1">
    <p:bg>
      <p:bgPr>
        <a:solidFill>
          <a:schemeClr val="accent6"/>
        </a:solidFill>
        <a:effectLst/>
      </p:bgPr>
    </p:bg>
    <p:spTree>
      <p:nvGrpSpPr>
        <p:cNvPr id="1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" name="Google Shape;20;p3"/>
          <p:cNvGrpSpPr/>
          <p:nvPr/>
        </p:nvGrpSpPr>
        <p:grpSpPr>
          <a:xfrm>
            <a:off x="381000" y="752088"/>
            <a:ext cx="8762909" cy="3105763"/>
            <a:chOff x="381000" y="752088"/>
            <a:chExt cx="8762909" cy="3105763"/>
          </a:xfrm>
        </p:grpSpPr>
        <p:sp>
          <p:nvSpPr>
            <p:cNvPr id="21" name="Google Shape;21;p3"/>
            <p:cNvSpPr/>
            <p:nvPr/>
          </p:nvSpPr>
          <p:spPr>
            <a:xfrm>
              <a:off x="5833150" y="752100"/>
              <a:ext cx="743025" cy="3102950"/>
            </a:xfrm>
            <a:custGeom>
              <a:avLst/>
              <a:gdLst/>
              <a:ahLst/>
              <a:cxnLst/>
              <a:rect l="l" t="t" r="r" b="b"/>
              <a:pathLst>
                <a:path w="29721" h="124118" extrusionOk="0">
                  <a:moveTo>
                    <a:pt x="29559" y="0"/>
                  </a:moveTo>
                  <a:lnTo>
                    <a:pt x="0" y="21343"/>
                  </a:lnTo>
                  <a:lnTo>
                    <a:pt x="0" y="124118"/>
                  </a:lnTo>
                  <a:lnTo>
                    <a:pt x="29721" y="102879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</p:sp>
        <p:sp>
          <p:nvSpPr>
            <p:cNvPr id="22" name="Google Shape;22;p3"/>
            <p:cNvSpPr/>
            <p:nvPr/>
          </p:nvSpPr>
          <p:spPr>
            <a:xfrm>
              <a:off x="6572309" y="752088"/>
              <a:ext cx="2571600" cy="2571900"/>
            </a:xfrm>
            <a:prstGeom prst="rect">
              <a:avLst/>
            </a:prstGeom>
            <a:gradFill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" name="Google Shape;23;p3"/>
            <p:cNvSpPr/>
            <p:nvPr/>
          </p:nvSpPr>
          <p:spPr>
            <a:xfrm>
              <a:off x="381000" y="1285650"/>
              <a:ext cx="5452500" cy="2571600"/>
            </a:xfrm>
            <a:prstGeom prst="rect">
              <a:avLst/>
            </a:prstGeom>
            <a:gradFill>
              <a:gsLst>
                <a:gs pos="0">
                  <a:schemeClr val="accent2"/>
                </a:gs>
                <a:gs pos="73000">
                  <a:schemeClr val="accent2"/>
                </a:gs>
                <a:gs pos="100000">
                  <a:schemeClr val="accent3"/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" name="Google Shape;24;p3"/>
            <p:cNvSpPr/>
            <p:nvPr/>
          </p:nvSpPr>
          <p:spPr>
            <a:xfrm>
              <a:off x="5833500" y="3112325"/>
              <a:ext cx="738775" cy="745525"/>
            </a:xfrm>
            <a:custGeom>
              <a:avLst/>
              <a:gdLst/>
              <a:ahLst/>
              <a:cxnLst/>
              <a:rect l="l" t="t" r="r" b="b"/>
              <a:pathLst>
                <a:path w="29551" h="29821" extrusionOk="0">
                  <a:moveTo>
                    <a:pt x="29397" y="0"/>
                  </a:moveTo>
                  <a:lnTo>
                    <a:pt x="64" y="21385"/>
                  </a:lnTo>
                  <a:lnTo>
                    <a:pt x="0" y="29821"/>
                  </a:lnTo>
                  <a:lnTo>
                    <a:pt x="29551" y="8625"/>
                  </a:lnTo>
                  <a:close/>
                </a:path>
              </a:pathLst>
            </a:custGeom>
            <a:solidFill>
              <a:srgbClr val="001F46">
                <a:alpha val="20110"/>
              </a:srgbClr>
            </a:solidFill>
            <a:ln>
              <a:noFill/>
            </a:ln>
          </p:spPr>
        </p:sp>
        <p:sp>
          <p:nvSpPr>
            <p:cNvPr id="25" name="Google Shape;25;p3"/>
            <p:cNvSpPr/>
            <p:nvPr/>
          </p:nvSpPr>
          <p:spPr>
            <a:xfrm>
              <a:off x="6572284" y="3112333"/>
              <a:ext cx="2571600" cy="211500"/>
            </a:xfrm>
            <a:prstGeom prst="rect">
              <a:avLst/>
            </a:prstGeom>
            <a:solidFill>
              <a:srgbClr val="001F46">
                <a:alpha val="2011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" name="Google Shape;26;p3"/>
            <p:cNvSpPr/>
            <p:nvPr/>
          </p:nvSpPr>
          <p:spPr>
            <a:xfrm>
              <a:off x="381000" y="3645900"/>
              <a:ext cx="5452500" cy="211800"/>
            </a:xfrm>
            <a:prstGeom prst="rect">
              <a:avLst/>
            </a:prstGeom>
            <a:solidFill>
              <a:srgbClr val="001F46">
                <a:alpha val="2011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7" name="Google Shape;27;p3"/>
          <p:cNvSpPr txBox="1">
            <a:spLocks noGrp="1"/>
          </p:cNvSpPr>
          <p:nvPr>
            <p:ph type="ctrTitle"/>
          </p:nvPr>
        </p:nvSpPr>
        <p:spPr>
          <a:xfrm>
            <a:off x="614975" y="2026650"/>
            <a:ext cx="4969500" cy="5637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28" name="Google Shape;28;p3"/>
          <p:cNvSpPr txBox="1">
            <a:spLocks noGrp="1"/>
          </p:cNvSpPr>
          <p:nvPr>
            <p:ph type="subTitle" idx="1"/>
          </p:nvPr>
        </p:nvSpPr>
        <p:spPr>
          <a:xfrm>
            <a:off x="614975" y="2611075"/>
            <a:ext cx="4969500" cy="277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Quote">
  <p:cSld name="TITLE_1_1"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0" name="Google Shape;30;p4"/>
          <p:cNvGrpSpPr/>
          <p:nvPr/>
        </p:nvGrpSpPr>
        <p:grpSpPr>
          <a:xfrm>
            <a:off x="381000" y="380950"/>
            <a:ext cx="8762909" cy="4384250"/>
            <a:chOff x="381000" y="380950"/>
            <a:chExt cx="8762909" cy="4384250"/>
          </a:xfrm>
        </p:grpSpPr>
        <p:sp>
          <p:nvSpPr>
            <p:cNvPr id="31" name="Google Shape;31;p4"/>
            <p:cNvSpPr/>
            <p:nvPr/>
          </p:nvSpPr>
          <p:spPr>
            <a:xfrm>
              <a:off x="5829300" y="380950"/>
              <a:ext cx="746875" cy="4382725"/>
            </a:xfrm>
            <a:custGeom>
              <a:avLst/>
              <a:gdLst/>
              <a:ahLst/>
              <a:cxnLst/>
              <a:rect l="l" t="t" r="r" b="b"/>
              <a:pathLst>
                <a:path w="29875" h="175309" extrusionOk="0">
                  <a:moveTo>
                    <a:pt x="29713" y="25517"/>
                  </a:moveTo>
                  <a:lnTo>
                    <a:pt x="0" y="0"/>
                  </a:lnTo>
                  <a:lnTo>
                    <a:pt x="100" y="175309"/>
                  </a:lnTo>
                  <a:lnTo>
                    <a:pt x="29875" y="128396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</p:sp>
        <p:sp>
          <p:nvSpPr>
            <p:cNvPr id="32" name="Google Shape;32;p4"/>
            <p:cNvSpPr/>
            <p:nvPr/>
          </p:nvSpPr>
          <p:spPr>
            <a:xfrm>
              <a:off x="5830600" y="3379100"/>
              <a:ext cx="741675" cy="1384575"/>
            </a:xfrm>
            <a:custGeom>
              <a:avLst/>
              <a:gdLst/>
              <a:ahLst/>
              <a:cxnLst/>
              <a:rect l="l" t="t" r="r" b="b"/>
              <a:pathLst>
                <a:path w="29667" h="55383" extrusionOk="0">
                  <a:moveTo>
                    <a:pt x="29513" y="0"/>
                  </a:moveTo>
                  <a:lnTo>
                    <a:pt x="0" y="46895"/>
                  </a:lnTo>
                  <a:lnTo>
                    <a:pt x="0" y="55383"/>
                  </a:lnTo>
                  <a:lnTo>
                    <a:pt x="29667" y="8625"/>
                  </a:lnTo>
                  <a:close/>
                </a:path>
              </a:pathLst>
            </a:custGeom>
            <a:solidFill>
              <a:srgbClr val="001F46">
                <a:alpha val="20110"/>
              </a:srgbClr>
            </a:solidFill>
            <a:ln>
              <a:noFill/>
            </a:ln>
          </p:spPr>
        </p:sp>
        <p:sp>
          <p:nvSpPr>
            <p:cNvPr id="33" name="Google Shape;33;p4"/>
            <p:cNvSpPr/>
            <p:nvPr/>
          </p:nvSpPr>
          <p:spPr>
            <a:xfrm rot="10800000">
              <a:off x="6572309" y="1017613"/>
              <a:ext cx="2571600" cy="2571900"/>
            </a:xfrm>
            <a:prstGeom prst="rect">
              <a:avLst/>
            </a:prstGeom>
            <a:gradFill>
              <a:gsLst>
                <a:gs pos="0">
                  <a:schemeClr val="accent2"/>
                </a:gs>
                <a:gs pos="73000">
                  <a:schemeClr val="accent2"/>
                </a:gs>
                <a:gs pos="100000">
                  <a:schemeClr val="accent3"/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" name="Google Shape;34;p4"/>
            <p:cNvSpPr/>
            <p:nvPr/>
          </p:nvSpPr>
          <p:spPr>
            <a:xfrm rot="10800000">
              <a:off x="381000" y="381000"/>
              <a:ext cx="5452500" cy="4384200"/>
            </a:xfrm>
            <a:prstGeom prst="rect">
              <a:avLst/>
            </a:prstGeom>
            <a:gradFill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" name="Google Shape;35;p4"/>
            <p:cNvSpPr/>
            <p:nvPr/>
          </p:nvSpPr>
          <p:spPr>
            <a:xfrm>
              <a:off x="6572284" y="3377858"/>
              <a:ext cx="2571600" cy="211500"/>
            </a:xfrm>
            <a:prstGeom prst="rect">
              <a:avLst/>
            </a:prstGeom>
            <a:solidFill>
              <a:srgbClr val="001F46">
                <a:alpha val="2011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" name="Google Shape;36;p4"/>
            <p:cNvSpPr/>
            <p:nvPr/>
          </p:nvSpPr>
          <p:spPr>
            <a:xfrm>
              <a:off x="381000" y="4550600"/>
              <a:ext cx="5452500" cy="211800"/>
            </a:xfrm>
            <a:prstGeom prst="rect">
              <a:avLst/>
            </a:prstGeom>
            <a:solidFill>
              <a:srgbClr val="001F46">
                <a:alpha val="2011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37" name="Google Shape;37;p4"/>
          <p:cNvGrpSpPr/>
          <p:nvPr/>
        </p:nvGrpSpPr>
        <p:grpSpPr>
          <a:xfrm>
            <a:off x="0" y="4762400"/>
            <a:ext cx="603997" cy="381100"/>
            <a:chOff x="0" y="4762400"/>
            <a:chExt cx="603997" cy="381100"/>
          </a:xfrm>
        </p:grpSpPr>
        <p:sp>
          <p:nvSpPr>
            <p:cNvPr id="38" name="Google Shape;38;p4"/>
            <p:cNvSpPr/>
            <p:nvPr/>
          </p:nvSpPr>
          <p:spPr>
            <a:xfrm>
              <a:off x="380497" y="4762400"/>
              <a:ext cx="223500" cy="381000"/>
            </a:xfrm>
            <a:prstGeom prst="rtTriangle">
              <a:avLst/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" name="Google Shape;39;p4"/>
            <p:cNvSpPr/>
            <p:nvPr/>
          </p:nvSpPr>
          <p:spPr>
            <a:xfrm>
              <a:off x="0" y="4762500"/>
              <a:ext cx="381000" cy="381000"/>
            </a:xfrm>
            <a:prstGeom prst="rect">
              <a:avLst/>
            </a:prstGeom>
            <a:gradFill>
              <a:gsLst>
                <a:gs pos="0">
                  <a:schemeClr val="accent6"/>
                </a:gs>
                <a:gs pos="100000">
                  <a:schemeClr val="lt2"/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40" name="Google Shape;40;p4"/>
          <p:cNvSpPr txBox="1">
            <a:spLocks noGrp="1"/>
          </p:cNvSpPr>
          <p:nvPr>
            <p:ph type="body" idx="1"/>
          </p:nvPr>
        </p:nvSpPr>
        <p:spPr>
          <a:xfrm>
            <a:off x="1105629" y="1039525"/>
            <a:ext cx="4055100" cy="29148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419100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3000"/>
              <a:buChar char="▸"/>
              <a:defRPr sz="3000">
                <a:solidFill>
                  <a:schemeClr val="lt1"/>
                </a:solidFill>
              </a:defRPr>
            </a:lvl1pPr>
            <a:lvl2pPr marL="914400" lvl="1" indent="-41910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Char char="▹"/>
              <a:defRPr sz="3000">
                <a:solidFill>
                  <a:schemeClr val="lt1"/>
                </a:solidFill>
              </a:defRPr>
            </a:lvl2pPr>
            <a:lvl3pPr marL="1371600" lvl="2" indent="-41910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Char char="■"/>
              <a:defRPr sz="3000">
                <a:solidFill>
                  <a:schemeClr val="lt1"/>
                </a:solidFill>
              </a:defRPr>
            </a:lvl3pPr>
            <a:lvl4pPr marL="1828800" lvl="3" indent="-41910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Char char="●"/>
              <a:defRPr sz="3000">
                <a:solidFill>
                  <a:schemeClr val="lt1"/>
                </a:solidFill>
              </a:defRPr>
            </a:lvl4pPr>
            <a:lvl5pPr marL="2286000" lvl="4" indent="-41910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Char char="○"/>
              <a:defRPr sz="3000">
                <a:solidFill>
                  <a:schemeClr val="lt1"/>
                </a:solidFill>
              </a:defRPr>
            </a:lvl5pPr>
            <a:lvl6pPr marL="2743200" lvl="5" indent="-41910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Char char="■"/>
              <a:defRPr sz="3000">
                <a:solidFill>
                  <a:schemeClr val="lt1"/>
                </a:solidFill>
              </a:defRPr>
            </a:lvl6pPr>
            <a:lvl7pPr marL="3200400" lvl="6" indent="-41910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Char char="●"/>
              <a:defRPr sz="3000">
                <a:solidFill>
                  <a:schemeClr val="lt1"/>
                </a:solidFill>
              </a:defRPr>
            </a:lvl7pPr>
            <a:lvl8pPr marL="3657600" lvl="7" indent="-41910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Char char="○"/>
              <a:defRPr sz="3000">
                <a:solidFill>
                  <a:schemeClr val="lt1"/>
                </a:solidFill>
              </a:defRPr>
            </a:lvl8pPr>
            <a:lvl9pPr marL="4114800" lvl="8" indent="-41910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Char char="■"/>
              <a:defRPr sz="30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41" name="Google Shape;41;p4"/>
          <p:cNvSpPr txBox="1"/>
          <p:nvPr/>
        </p:nvSpPr>
        <p:spPr>
          <a:xfrm>
            <a:off x="723450" y="720725"/>
            <a:ext cx="381000" cy="65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9600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rPr>
              <a:t>“</a:t>
            </a:r>
            <a:endParaRPr sz="9600">
              <a:solidFill>
                <a:schemeClr val="dk1"/>
              </a:solidFill>
              <a:latin typeface="Barlow"/>
              <a:ea typeface="Barlow"/>
              <a:cs typeface="Barlow"/>
              <a:sym typeface="Barlow"/>
            </a:endParaRPr>
          </a:p>
        </p:txBody>
      </p:sp>
      <p:sp>
        <p:nvSpPr>
          <p:cNvPr id="42" name="Google Shape;42;p4"/>
          <p:cNvSpPr txBox="1">
            <a:spLocks noGrp="1"/>
          </p:cNvSpPr>
          <p:nvPr>
            <p:ph type="sldNum" idx="12"/>
          </p:nvPr>
        </p:nvSpPr>
        <p:spPr>
          <a:xfrm>
            <a:off x="0" y="4762400"/>
            <a:ext cx="381000" cy="3864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+ 1 column" type="tx">
  <p:cSld name="TITLE_AND_BODY">
    <p:spTree>
      <p:nvGrpSpPr>
        <p:cNvPr id="1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4" name="Google Shape;44;p5"/>
          <p:cNvGrpSpPr/>
          <p:nvPr/>
        </p:nvGrpSpPr>
        <p:grpSpPr>
          <a:xfrm>
            <a:off x="0" y="4762400"/>
            <a:ext cx="603997" cy="381100"/>
            <a:chOff x="0" y="4762400"/>
            <a:chExt cx="603997" cy="381100"/>
          </a:xfrm>
        </p:grpSpPr>
        <p:sp>
          <p:nvSpPr>
            <p:cNvPr id="45" name="Google Shape;45;p5"/>
            <p:cNvSpPr/>
            <p:nvPr/>
          </p:nvSpPr>
          <p:spPr>
            <a:xfrm>
              <a:off x="380497" y="4762400"/>
              <a:ext cx="223500" cy="381000"/>
            </a:xfrm>
            <a:prstGeom prst="rtTriangle">
              <a:avLst/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" name="Google Shape;46;p5"/>
            <p:cNvSpPr/>
            <p:nvPr/>
          </p:nvSpPr>
          <p:spPr>
            <a:xfrm>
              <a:off x="0" y="4762500"/>
              <a:ext cx="381000" cy="381000"/>
            </a:xfrm>
            <a:prstGeom prst="rect">
              <a:avLst/>
            </a:prstGeom>
            <a:gradFill>
              <a:gsLst>
                <a:gs pos="0">
                  <a:schemeClr val="accent6"/>
                </a:gs>
                <a:gs pos="100000">
                  <a:schemeClr val="lt2"/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47" name="Google Shape;47;p5"/>
          <p:cNvGrpSpPr/>
          <p:nvPr/>
        </p:nvGrpSpPr>
        <p:grpSpPr>
          <a:xfrm>
            <a:off x="381000" y="0"/>
            <a:ext cx="8763111" cy="1310918"/>
            <a:chOff x="381000" y="0"/>
            <a:chExt cx="8763111" cy="1310918"/>
          </a:xfrm>
        </p:grpSpPr>
        <p:grpSp>
          <p:nvGrpSpPr>
            <p:cNvPr id="48" name="Google Shape;48;p5"/>
            <p:cNvGrpSpPr/>
            <p:nvPr/>
          </p:nvGrpSpPr>
          <p:grpSpPr>
            <a:xfrm>
              <a:off x="381000" y="0"/>
              <a:ext cx="8763111" cy="1310300"/>
              <a:chOff x="381000" y="0"/>
              <a:chExt cx="8763111" cy="1310300"/>
            </a:xfrm>
          </p:grpSpPr>
          <p:sp>
            <p:nvSpPr>
              <p:cNvPr id="49" name="Google Shape;49;p5"/>
              <p:cNvSpPr/>
              <p:nvPr/>
            </p:nvSpPr>
            <p:spPr>
              <a:xfrm>
                <a:off x="7371879" y="0"/>
                <a:ext cx="721985" cy="1310275"/>
              </a:xfrm>
              <a:custGeom>
                <a:avLst/>
                <a:gdLst/>
                <a:ahLst/>
                <a:cxnLst/>
                <a:rect l="l" t="t" r="r" b="b"/>
                <a:pathLst>
                  <a:path w="23660" h="52411" extrusionOk="0">
                    <a:moveTo>
                      <a:pt x="23655" y="0"/>
                    </a:moveTo>
                    <a:lnTo>
                      <a:pt x="0" y="15445"/>
                    </a:lnTo>
                    <a:lnTo>
                      <a:pt x="14" y="52411"/>
                    </a:lnTo>
                    <a:lnTo>
                      <a:pt x="23660" y="42172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</p:sp>
          <p:sp>
            <p:nvSpPr>
              <p:cNvPr id="50" name="Google Shape;50;p5"/>
              <p:cNvSpPr/>
              <p:nvPr/>
            </p:nvSpPr>
            <p:spPr>
              <a:xfrm>
                <a:off x="8090211" y="0"/>
                <a:ext cx="1053900" cy="1053900"/>
              </a:xfrm>
              <a:prstGeom prst="rect">
                <a:avLst/>
              </a:prstGeom>
              <a:gradFill>
                <a:gsLst>
                  <a:gs pos="0">
                    <a:schemeClr val="accent1"/>
                  </a:gs>
                  <a:gs pos="100000">
                    <a:schemeClr val="accent2"/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1" name="Google Shape;51;p5"/>
              <p:cNvSpPr/>
              <p:nvPr/>
            </p:nvSpPr>
            <p:spPr>
              <a:xfrm>
                <a:off x="381000" y="384200"/>
                <a:ext cx="6990900" cy="926100"/>
              </a:xfrm>
              <a:prstGeom prst="rect">
                <a:avLst/>
              </a:prstGeom>
              <a:gradFill>
                <a:gsLst>
                  <a:gs pos="0">
                    <a:schemeClr val="accent2"/>
                  </a:gs>
                  <a:gs pos="73000">
                    <a:schemeClr val="accent2"/>
                  </a:gs>
                  <a:gs pos="100000">
                    <a:schemeClr val="accent3"/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52" name="Google Shape;52;p5"/>
            <p:cNvGrpSpPr/>
            <p:nvPr/>
          </p:nvGrpSpPr>
          <p:grpSpPr>
            <a:xfrm>
              <a:off x="381000" y="967217"/>
              <a:ext cx="8763100" cy="343701"/>
              <a:chOff x="381000" y="862358"/>
              <a:chExt cx="8763100" cy="576872"/>
            </a:xfrm>
          </p:grpSpPr>
          <p:sp>
            <p:nvSpPr>
              <p:cNvPr id="53" name="Google Shape;53;p5"/>
              <p:cNvSpPr/>
              <p:nvPr/>
            </p:nvSpPr>
            <p:spPr>
              <a:xfrm>
                <a:off x="7370250" y="863755"/>
                <a:ext cx="719800" cy="575475"/>
              </a:xfrm>
              <a:custGeom>
                <a:avLst/>
                <a:gdLst/>
                <a:ahLst/>
                <a:cxnLst/>
                <a:rect l="l" t="t" r="r" b="b"/>
                <a:pathLst>
                  <a:path w="28792" h="23019" extrusionOk="0">
                    <a:moveTo>
                      <a:pt x="28792" y="0"/>
                    </a:moveTo>
                    <a:lnTo>
                      <a:pt x="53" y="17878"/>
                    </a:lnTo>
                    <a:lnTo>
                      <a:pt x="0" y="23019"/>
                    </a:lnTo>
                    <a:lnTo>
                      <a:pt x="28792" y="5853"/>
                    </a:lnTo>
                    <a:close/>
                  </a:path>
                </a:pathLst>
              </a:custGeom>
              <a:solidFill>
                <a:srgbClr val="001F46">
                  <a:alpha val="20110"/>
                </a:srgbClr>
              </a:solidFill>
              <a:ln>
                <a:noFill/>
              </a:ln>
            </p:spPr>
          </p:sp>
          <p:sp>
            <p:nvSpPr>
              <p:cNvPr id="54" name="Google Shape;54;p5"/>
              <p:cNvSpPr/>
              <p:nvPr/>
            </p:nvSpPr>
            <p:spPr>
              <a:xfrm>
                <a:off x="8090200" y="862358"/>
                <a:ext cx="1053900" cy="145500"/>
              </a:xfrm>
              <a:prstGeom prst="rect">
                <a:avLst/>
              </a:prstGeom>
              <a:solidFill>
                <a:srgbClr val="001F46">
                  <a:alpha val="2011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5" name="Google Shape;55;p5"/>
              <p:cNvSpPr/>
              <p:nvPr/>
            </p:nvSpPr>
            <p:spPr>
              <a:xfrm>
                <a:off x="381000" y="1310303"/>
                <a:ext cx="6990900" cy="127800"/>
              </a:xfrm>
              <a:prstGeom prst="rect">
                <a:avLst/>
              </a:prstGeom>
              <a:solidFill>
                <a:srgbClr val="001F46">
                  <a:alpha val="2011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sp>
        <p:nvSpPr>
          <p:cNvPr id="56" name="Google Shape;56;p5"/>
          <p:cNvSpPr txBox="1">
            <a:spLocks noGrp="1"/>
          </p:cNvSpPr>
          <p:nvPr>
            <p:ph type="title"/>
          </p:nvPr>
        </p:nvSpPr>
        <p:spPr>
          <a:xfrm>
            <a:off x="614975" y="391350"/>
            <a:ext cx="6757800" cy="919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57" name="Google Shape;57;p5"/>
          <p:cNvSpPr txBox="1">
            <a:spLocks noGrp="1"/>
          </p:cNvSpPr>
          <p:nvPr>
            <p:ph type="body" idx="1"/>
          </p:nvPr>
        </p:nvSpPr>
        <p:spPr>
          <a:xfrm>
            <a:off x="614975" y="1705175"/>
            <a:ext cx="6757800" cy="2826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81000" rtl="0">
              <a:spcBef>
                <a:spcPts val="600"/>
              </a:spcBef>
              <a:spcAft>
                <a:spcPts val="0"/>
              </a:spcAft>
              <a:buSzPts val="2400"/>
              <a:buChar char="▸"/>
              <a:defRPr/>
            </a:lvl1pPr>
            <a:lvl2pPr marL="914400" lvl="1" indent="-381000" rtl="0">
              <a:spcBef>
                <a:spcPts val="0"/>
              </a:spcBef>
              <a:spcAft>
                <a:spcPts val="0"/>
              </a:spcAft>
              <a:buSzPts val="2400"/>
              <a:buChar char="▹"/>
              <a:defRPr/>
            </a:lvl2pPr>
            <a:lvl3pPr marL="1371600" lvl="2" indent="-381000" rtl="0">
              <a:spcBef>
                <a:spcPts val="0"/>
              </a:spcBef>
              <a:spcAft>
                <a:spcPts val="0"/>
              </a:spcAft>
              <a:buSzPts val="2400"/>
              <a:buChar char="■"/>
              <a:defRPr/>
            </a:lvl3pPr>
            <a:lvl4pPr marL="1828800" lvl="3" indent="-381000" rtl="0">
              <a:spcBef>
                <a:spcPts val="0"/>
              </a:spcBef>
              <a:spcAft>
                <a:spcPts val="0"/>
              </a:spcAft>
              <a:buSzPts val="2400"/>
              <a:buChar char="●"/>
              <a:defRPr/>
            </a:lvl4pPr>
            <a:lvl5pPr marL="2286000" lvl="4" indent="-381000" rtl="0">
              <a:spcBef>
                <a:spcPts val="0"/>
              </a:spcBef>
              <a:spcAft>
                <a:spcPts val="0"/>
              </a:spcAft>
              <a:buSzPts val="2400"/>
              <a:buChar char="○"/>
              <a:defRPr/>
            </a:lvl5pPr>
            <a:lvl6pPr marL="2743200" lvl="5" indent="-381000" rtl="0">
              <a:spcBef>
                <a:spcPts val="0"/>
              </a:spcBef>
              <a:spcAft>
                <a:spcPts val="0"/>
              </a:spcAft>
              <a:buSzPts val="2400"/>
              <a:buChar char="■"/>
              <a:defRPr/>
            </a:lvl6pPr>
            <a:lvl7pPr marL="3200400" lvl="6" indent="-381000" rtl="0">
              <a:spcBef>
                <a:spcPts val="0"/>
              </a:spcBef>
              <a:spcAft>
                <a:spcPts val="0"/>
              </a:spcAft>
              <a:buSzPts val="2400"/>
              <a:buChar char="●"/>
              <a:defRPr/>
            </a:lvl7pPr>
            <a:lvl8pPr marL="3657600" lvl="7" indent="-381000" rtl="0">
              <a:spcBef>
                <a:spcPts val="0"/>
              </a:spcBef>
              <a:spcAft>
                <a:spcPts val="0"/>
              </a:spcAft>
              <a:buSzPts val="2400"/>
              <a:buChar char="○"/>
              <a:defRPr/>
            </a:lvl8pPr>
            <a:lvl9pPr marL="4114800" lvl="8" indent="-381000" rtl="0">
              <a:spcBef>
                <a:spcPts val="0"/>
              </a:spcBef>
              <a:spcAft>
                <a:spcPts val="0"/>
              </a:spcAft>
              <a:buSzPts val="2400"/>
              <a:buChar char="■"/>
              <a:defRPr/>
            </a:lvl9pPr>
          </a:lstStyle>
          <a:p>
            <a:endParaRPr/>
          </a:p>
        </p:txBody>
      </p:sp>
      <p:sp>
        <p:nvSpPr>
          <p:cNvPr id="58" name="Google Shape;58;p5"/>
          <p:cNvSpPr txBox="1">
            <a:spLocks noGrp="1"/>
          </p:cNvSpPr>
          <p:nvPr>
            <p:ph type="sldNum" idx="12"/>
          </p:nvPr>
        </p:nvSpPr>
        <p:spPr>
          <a:xfrm>
            <a:off x="0" y="4762400"/>
            <a:ext cx="381000" cy="3864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+ 1 column + Image">
  <p:cSld name="TITLE_AND_BODY_1">
    <p:spTree>
      <p:nvGrpSpPr>
        <p:cNvPr id="1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0" name="Google Shape;60;p6"/>
          <p:cNvGrpSpPr/>
          <p:nvPr/>
        </p:nvGrpSpPr>
        <p:grpSpPr>
          <a:xfrm>
            <a:off x="0" y="4762400"/>
            <a:ext cx="603997" cy="381100"/>
            <a:chOff x="0" y="4762400"/>
            <a:chExt cx="603997" cy="381100"/>
          </a:xfrm>
        </p:grpSpPr>
        <p:sp>
          <p:nvSpPr>
            <p:cNvPr id="61" name="Google Shape;61;p6"/>
            <p:cNvSpPr/>
            <p:nvPr/>
          </p:nvSpPr>
          <p:spPr>
            <a:xfrm>
              <a:off x="380497" y="4762400"/>
              <a:ext cx="223500" cy="381000"/>
            </a:xfrm>
            <a:prstGeom prst="rtTriangle">
              <a:avLst/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" name="Google Shape;62;p6"/>
            <p:cNvSpPr/>
            <p:nvPr/>
          </p:nvSpPr>
          <p:spPr>
            <a:xfrm>
              <a:off x="0" y="4762500"/>
              <a:ext cx="381000" cy="381000"/>
            </a:xfrm>
            <a:prstGeom prst="rect">
              <a:avLst/>
            </a:prstGeom>
            <a:gradFill>
              <a:gsLst>
                <a:gs pos="0">
                  <a:schemeClr val="accent6"/>
                </a:gs>
                <a:gs pos="100000">
                  <a:schemeClr val="lt2"/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63" name="Google Shape;63;p6"/>
          <p:cNvSpPr txBox="1">
            <a:spLocks noGrp="1"/>
          </p:cNvSpPr>
          <p:nvPr>
            <p:ph type="title"/>
          </p:nvPr>
        </p:nvSpPr>
        <p:spPr>
          <a:xfrm>
            <a:off x="614975" y="391350"/>
            <a:ext cx="3613200" cy="9195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000"/>
              <a:buNone/>
              <a:defRPr>
                <a:solidFill>
                  <a:schemeClr val="accen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000"/>
              <a:buNone/>
              <a:defRPr>
                <a:solidFill>
                  <a:schemeClr val="accent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000"/>
              <a:buNone/>
              <a:defRPr>
                <a:solidFill>
                  <a:schemeClr val="accent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000"/>
              <a:buNone/>
              <a:defRPr>
                <a:solidFill>
                  <a:schemeClr val="accent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000"/>
              <a:buNone/>
              <a:defRPr>
                <a:solidFill>
                  <a:schemeClr val="accent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000"/>
              <a:buNone/>
              <a:defRPr>
                <a:solidFill>
                  <a:schemeClr val="accent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000"/>
              <a:buNone/>
              <a:defRPr>
                <a:solidFill>
                  <a:schemeClr val="accent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000"/>
              <a:buNone/>
              <a:defRPr>
                <a:solidFill>
                  <a:schemeClr val="accent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000"/>
              <a:buNone/>
              <a:defRPr>
                <a:solidFill>
                  <a:schemeClr val="accent1"/>
                </a:solidFill>
              </a:defRPr>
            </a:lvl9pPr>
          </a:lstStyle>
          <a:p>
            <a:endParaRPr/>
          </a:p>
        </p:txBody>
      </p:sp>
      <p:sp>
        <p:nvSpPr>
          <p:cNvPr id="64" name="Google Shape;64;p6"/>
          <p:cNvSpPr txBox="1">
            <a:spLocks noGrp="1"/>
          </p:cNvSpPr>
          <p:nvPr>
            <p:ph type="body" idx="1"/>
          </p:nvPr>
        </p:nvSpPr>
        <p:spPr>
          <a:xfrm>
            <a:off x="614975" y="1476575"/>
            <a:ext cx="3613200" cy="2826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81000" rtl="0">
              <a:spcBef>
                <a:spcPts val="600"/>
              </a:spcBef>
              <a:spcAft>
                <a:spcPts val="0"/>
              </a:spcAft>
              <a:buSzPts val="2400"/>
              <a:buChar char="▸"/>
              <a:defRPr/>
            </a:lvl1pPr>
            <a:lvl2pPr marL="914400" lvl="1" indent="-381000" rtl="0">
              <a:spcBef>
                <a:spcPts val="0"/>
              </a:spcBef>
              <a:spcAft>
                <a:spcPts val="0"/>
              </a:spcAft>
              <a:buSzPts val="2400"/>
              <a:buChar char="▹"/>
              <a:defRPr/>
            </a:lvl2pPr>
            <a:lvl3pPr marL="1371600" lvl="2" indent="-381000" rtl="0">
              <a:spcBef>
                <a:spcPts val="0"/>
              </a:spcBef>
              <a:spcAft>
                <a:spcPts val="0"/>
              </a:spcAft>
              <a:buSzPts val="2400"/>
              <a:buChar char="■"/>
              <a:defRPr/>
            </a:lvl3pPr>
            <a:lvl4pPr marL="1828800" lvl="3" indent="-381000" rtl="0">
              <a:spcBef>
                <a:spcPts val="0"/>
              </a:spcBef>
              <a:spcAft>
                <a:spcPts val="0"/>
              </a:spcAft>
              <a:buSzPts val="2400"/>
              <a:buChar char="●"/>
              <a:defRPr/>
            </a:lvl4pPr>
            <a:lvl5pPr marL="2286000" lvl="4" indent="-381000" rtl="0">
              <a:spcBef>
                <a:spcPts val="0"/>
              </a:spcBef>
              <a:spcAft>
                <a:spcPts val="0"/>
              </a:spcAft>
              <a:buSzPts val="2400"/>
              <a:buChar char="○"/>
              <a:defRPr/>
            </a:lvl5pPr>
            <a:lvl6pPr marL="2743200" lvl="5" indent="-381000" rtl="0">
              <a:spcBef>
                <a:spcPts val="0"/>
              </a:spcBef>
              <a:spcAft>
                <a:spcPts val="0"/>
              </a:spcAft>
              <a:buSzPts val="2400"/>
              <a:buChar char="■"/>
              <a:defRPr/>
            </a:lvl6pPr>
            <a:lvl7pPr marL="3200400" lvl="6" indent="-381000" rtl="0">
              <a:spcBef>
                <a:spcPts val="0"/>
              </a:spcBef>
              <a:spcAft>
                <a:spcPts val="0"/>
              </a:spcAft>
              <a:buSzPts val="2400"/>
              <a:buChar char="●"/>
              <a:defRPr/>
            </a:lvl7pPr>
            <a:lvl8pPr marL="3657600" lvl="7" indent="-381000" rtl="0">
              <a:spcBef>
                <a:spcPts val="0"/>
              </a:spcBef>
              <a:spcAft>
                <a:spcPts val="0"/>
              </a:spcAft>
              <a:buSzPts val="2400"/>
              <a:buChar char="○"/>
              <a:defRPr/>
            </a:lvl8pPr>
            <a:lvl9pPr marL="4114800" lvl="8" indent="-381000" rtl="0">
              <a:spcBef>
                <a:spcPts val="0"/>
              </a:spcBef>
              <a:spcAft>
                <a:spcPts val="0"/>
              </a:spcAft>
              <a:buSzPts val="2400"/>
              <a:buChar char="■"/>
              <a:defRPr/>
            </a:lvl9pPr>
          </a:lstStyle>
          <a:p>
            <a:endParaRPr/>
          </a:p>
        </p:txBody>
      </p:sp>
      <p:sp>
        <p:nvSpPr>
          <p:cNvPr id="65" name="Google Shape;65;p6"/>
          <p:cNvSpPr txBox="1">
            <a:spLocks noGrp="1"/>
          </p:cNvSpPr>
          <p:nvPr>
            <p:ph type="sldNum" idx="12"/>
          </p:nvPr>
        </p:nvSpPr>
        <p:spPr>
          <a:xfrm>
            <a:off x="0" y="4762400"/>
            <a:ext cx="381000" cy="3864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grpSp>
        <p:nvGrpSpPr>
          <p:cNvPr id="66" name="Google Shape;66;p6"/>
          <p:cNvGrpSpPr/>
          <p:nvPr/>
        </p:nvGrpSpPr>
        <p:grpSpPr>
          <a:xfrm rot="10800000">
            <a:off x="4572000" y="-47"/>
            <a:ext cx="4572000" cy="5157522"/>
            <a:chOff x="8" y="-13862"/>
            <a:chExt cx="4572000" cy="5157522"/>
          </a:xfrm>
        </p:grpSpPr>
        <p:sp>
          <p:nvSpPr>
            <p:cNvPr id="67" name="Google Shape;67;p6"/>
            <p:cNvSpPr/>
            <p:nvPr/>
          </p:nvSpPr>
          <p:spPr>
            <a:xfrm rot="10800000">
              <a:off x="8" y="160"/>
              <a:ext cx="377100" cy="5143500"/>
            </a:xfrm>
            <a:prstGeom prst="rect">
              <a:avLst/>
            </a:prstGeom>
            <a:gradFill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" name="Google Shape;68;p6"/>
            <p:cNvSpPr/>
            <p:nvPr/>
          </p:nvSpPr>
          <p:spPr>
            <a:xfrm>
              <a:off x="366508" y="-13862"/>
              <a:ext cx="267425" cy="5157350"/>
            </a:xfrm>
            <a:custGeom>
              <a:avLst/>
              <a:gdLst/>
              <a:ahLst/>
              <a:cxnLst/>
              <a:rect l="l" t="t" r="r" b="b"/>
              <a:pathLst>
                <a:path w="10697" h="206294" extrusionOk="0">
                  <a:moveTo>
                    <a:pt x="369" y="206294"/>
                  </a:moveTo>
                  <a:lnTo>
                    <a:pt x="10697" y="190844"/>
                  </a:lnTo>
                  <a:lnTo>
                    <a:pt x="10623" y="1593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</p:sp>
        <p:sp>
          <p:nvSpPr>
            <p:cNvPr id="69" name="Google Shape;69;p6"/>
            <p:cNvSpPr/>
            <p:nvPr/>
          </p:nvSpPr>
          <p:spPr>
            <a:xfrm rot="10800000">
              <a:off x="633908" y="382913"/>
              <a:ext cx="3938100" cy="4376400"/>
            </a:xfrm>
            <a:prstGeom prst="rect">
              <a:avLst/>
            </a:prstGeom>
            <a:gradFill>
              <a:gsLst>
                <a:gs pos="0">
                  <a:schemeClr val="accent2"/>
                </a:gs>
                <a:gs pos="73000">
                  <a:schemeClr val="accent2"/>
                </a:gs>
                <a:gs pos="100000">
                  <a:schemeClr val="accent3"/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+ 2 columns" type="twoColTx">
  <p:cSld name="TITLE_AND_TWO_COLUMNS">
    <p:spTree>
      <p:nvGrpSpPr>
        <p:cNvPr id="1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1" name="Google Shape;71;p7"/>
          <p:cNvGrpSpPr/>
          <p:nvPr/>
        </p:nvGrpSpPr>
        <p:grpSpPr>
          <a:xfrm>
            <a:off x="0" y="4762400"/>
            <a:ext cx="603997" cy="381100"/>
            <a:chOff x="0" y="4762400"/>
            <a:chExt cx="603997" cy="381100"/>
          </a:xfrm>
        </p:grpSpPr>
        <p:sp>
          <p:nvSpPr>
            <p:cNvPr id="72" name="Google Shape;72;p7"/>
            <p:cNvSpPr/>
            <p:nvPr/>
          </p:nvSpPr>
          <p:spPr>
            <a:xfrm>
              <a:off x="380497" y="4762400"/>
              <a:ext cx="223500" cy="381000"/>
            </a:xfrm>
            <a:prstGeom prst="rtTriangle">
              <a:avLst/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" name="Google Shape;73;p7"/>
            <p:cNvSpPr/>
            <p:nvPr/>
          </p:nvSpPr>
          <p:spPr>
            <a:xfrm>
              <a:off x="0" y="4762500"/>
              <a:ext cx="381000" cy="381000"/>
            </a:xfrm>
            <a:prstGeom prst="rect">
              <a:avLst/>
            </a:prstGeom>
            <a:gradFill>
              <a:gsLst>
                <a:gs pos="0">
                  <a:schemeClr val="accent6"/>
                </a:gs>
                <a:gs pos="100000">
                  <a:schemeClr val="lt2"/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74" name="Google Shape;74;p7"/>
          <p:cNvGrpSpPr/>
          <p:nvPr/>
        </p:nvGrpSpPr>
        <p:grpSpPr>
          <a:xfrm>
            <a:off x="381000" y="0"/>
            <a:ext cx="8763111" cy="1310918"/>
            <a:chOff x="381000" y="0"/>
            <a:chExt cx="8763111" cy="1310918"/>
          </a:xfrm>
        </p:grpSpPr>
        <p:grpSp>
          <p:nvGrpSpPr>
            <p:cNvPr id="75" name="Google Shape;75;p7"/>
            <p:cNvGrpSpPr/>
            <p:nvPr/>
          </p:nvGrpSpPr>
          <p:grpSpPr>
            <a:xfrm>
              <a:off x="381000" y="0"/>
              <a:ext cx="8763111" cy="1310300"/>
              <a:chOff x="381000" y="0"/>
              <a:chExt cx="8763111" cy="1310300"/>
            </a:xfrm>
          </p:grpSpPr>
          <p:sp>
            <p:nvSpPr>
              <p:cNvPr id="76" name="Google Shape;76;p7"/>
              <p:cNvSpPr/>
              <p:nvPr/>
            </p:nvSpPr>
            <p:spPr>
              <a:xfrm>
                <a:off x="7371879" y="0"/>
                <a:ext cx="721985" cy="1310275"/>
              </a:xfrm>
              <a:custGeom>
                <a:avLst/>
                <a:gdLst/>
                <a:ahLst/>
                <a:cxnLst/>
                <a:rect l="l" t="t" r="r" b="b"/>
                <a:pathLst>
                  <a:path w="23660" h="52411" extrusionOk="0">
                    <a:moveTo>
                      <a:pt x="23655" y="0"/>
                    </a:moveTo>
                    <a:lnTo>
                      <a:pt x="0" y="15445"/>
                    </a:lnTo>
                    <a:lnTo>
                      <a:pt x="14" y="52411"/>
                    </a:lnTo>
                    <a:lnTo>
                      <a:pt x="23660" y="42172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</p:sp>
          <p:sp>
            <p:nvSpPr>
              <p:cNvPr id="77" name="Google Shape;77;p7"/>
              <p:cNvSpPr/>
              <p:nvPr/>
            </p:nvSpPr>
            <p:spPr>
              <a:xfrm>
                <a:off x="8090211" y="0"/>
                <a:ext cx="1053900" cy="1053900"/>
              </a:xfrm>
              <a:prstGeom prst="rect">
                <a:avLst/>
              </a:prstGeom>
              <a:gradFill>
                <a:gsLst>
                  <a:gs pos="0">
                    <a:schemeClr val="accent1"/>
                  </a:gs>
                  <a:gs pos="100000">
                    <a:schemeClr val="accent2"/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8" name="Google Shape;78;p7"/>
              <p:cNvSpPr/>
              <p:nvPr/>
            </p:nvSpPr>
            <p:spPr>
              <a:xfrm>
                <a:off x="381000" y="384200"/>
                <a:ext cx="6990900" cy="926100"/>
              </a:xfrm>
              <a:prstGeom prst="rect">
                <a:avLst/>
              </a:prstGeom>
              <a:gradFill>
                <a:gsLst>
                  <a:gs pos="0">
                    <a:schemeClr val="accent2"/>
                  </a:gs>
                  <a:gs pos="73000">
                    <a:schemeClr val="accent2"/>
                  </a:gs>
                  <a:gs pos="100000">
                    <a:schemeClr val="accent3"/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79" name="Google Shape;79;p7"/>
            <p:cNvGrpSpPr/>
            <p:nvPr/>
          </p:nvGrpSpPr>
          <p:grpSpPr>
            <a:xfrm>
              <a:off x="381000" y="967217"/>
              <a:ext cx="8763100" cy="343701"/>
              <a:chOff x="381000" y="862358"/>
              <a:chExt cx="8763100" cy="576872"/>
            </a:xfrm>
          </p:grpSpPr>
          <p:sp>
            <p:nvSpPr>
              <p:cNvPr id="80" name="Google Shape;80;p7"/>
              <p:cNvSpPr/>
              <p:nvPr/>
            </p:nvSpPr>
            <p:spPr>
              <a:xfrm>
                <a:off x="7370250" y="863755"/>
                <a:ext cx="719800" cy="575475"/>
              </a:xfrm>
              <a:custGeom>
                <a:avLst/>
                <a:gdLst/>
                <a:ahLst/>
                <a:cxnLst/>
                <a:rect l="l" t="t" r="r" b="b"/>
                <a:pathLst>
                  <a:path w="28792" h="23019" extrusionOk="0">
                    <a:moveTo>
                      <a:pt x="28792" y="0"/>
                    </a:moveTo>
                    <a:lnTo>
                      <a:pt x="53" y="17878"/>
                    </a:lnTo>
                    <a:lnTo>
                      <a:pt x="0" y="23019"/>
                    </a:lnTo>
                    <a:lnTo>
                      <a:pt x="28792" y="5853"/>
                    </a:lnTo>
                    <a:close/>
                  </a:path>
                </a:pathLst>
              </a:custGeom>
              <a:solidFill>
                <a:srgbClr val="001F46">
                  <a:alpha val="20110"/>
                </a:srgbClr>
              </a:solidFill>
              <a:ln>
                <a:noFill/>
              </a:ln>
            </p:spPr>
          </p:sp>
          <p:sp>
            <p:nvSpPr>
              <p:cNvPr id="81" name="Google Shape;81;p7"/>
              <p:cNvSpPr/>
              <p:nvPr/>
            </p:nvSpPr>
            <p:spPr>
              <a:xfrm>
                <a:off x="8090200" y="862358"/>
                <a:ext cx="1053900" cy="145500"/>
              </a:xfrm>
              <a:prstGeom prst="rect">
                <a:avLst/>
              </a:prstGeom>
              <a:solidFill>
                <a:srgbClr val="001F46">
                  <a:alpha val="2011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2" name="Google Shape;82;p7"/>
              <p:cNvSpPr/>
              <p:nvPr/>
            </p:nvSpPr>
            <p:spPr>
              <a:xfrm>
                <a:off x="381000" y="1310303"/>
                <a:ext cx="6990900" cy="127800"/>
              </a:xfrm>
              <a:prstGeom prst="rect">
                <a:avLst/>
              </a:prstGeom>
              <a:solidFill>
                <a:srgbClr val="001F46">
                  <a:alpha val="2011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sp>
        <p:nvSpPr>
          <p:cNvPr id="83" name="Google Shape;83;p7"/>
          <p:cNvSpPr txBox="1">
            <a:spLocks noGrp="1"/>
          </p:cNvSpPr>
          <p:nvPr>
            <p:ph type="title"/>
          </p:nvPr>
        </p:nvSpPr>
        <p:spPr>
          <a:xfrm>
            <a:off x="614975" y="391350"/>
            <a:ext cx="6757800" cy="919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84" name="Google Shape;84;p7"/>
          <p:cNvSpPr txBox="1">
            <a:spLocks noGrp="1"/>
          </p:cNvSpPr>
          <p:nvPr>
            <p:ph type="body" idx="1"/>
          </p:nvPr>
        </p:nvSpPr>
        <p:spPr>
          <a:xfrm>
            <a:off x="604000" y="1705175"/>
            <a:ext cx="3185400" cy="2715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68300" rtl="0">
              <a:spcBef>
                <a:spcPts val="600"/>
              </a:spcBef>
              <a:spcAft>
                <a:spcPts val="0"/>
              </a:spcAft>
              <a:buSzPts val="2200"/>
              <a:buChar char="▸"/>
              <a:defRPr sz="2200"/>
            </a:lvl1pPr>
            <a:lvl2pPr marL="914400" lvl="1" indent="-368300" rtl="0">
              <a:spcBef>
                <a:spcPts val="0"/>
              </a:spcBef>
              <a:spcAft>
                <a:spcPts val="0"/>
              </a:spcAft>
              <a:buSzPts val="2200"/>
              <a:buChar char="▹"/>
              <a:defRPr sz="2200"/>
            </a:lvl2pPr>
            <a:lvl3pPr marL="1371600" lvl="2" indent="-368300" rtl="0">
              <a:spcBef>
                <a:spcPts val="0"/>
              </a:spcBef>
              <a:spcAft>
                <a:spcPts val="0"/>
              </a:spcAft>
              <a:buSzPts val="2200"/>
              <a:buChar char="■"/>
              <a:defRPr sz="2200"/>
            </a:lvl3pPr>
            <a:lvl4pPr marL="1828800" lvl="3" indent="-368300" rtl="0">
              <a:spcBef>
                <a:spcPts val="0"/>
              </a:spcBef>
              <a:spcAft>
                <a:spcPts val="0"/>
              </a:spcAft>
              <a:buSzPts val="2200"/>
              <a:buChar char="●"/>
              <a:defRPr sz="2200"/>
            </a:lvl4pPr>
            <a:lvl5pPr marL="2286000" lvl="4" indent="-368300" rtl="0">
              <a:spcBef>
                <a:spcPts val="0"/>
              </a:spcBef>
              <a:spcAft>
                <a:spcPts val="0"/>
              </a:spcAft>
              <a:buSzPts val="2200"/>
              <a:buChar char="○"/>
              <a:defRPr sz="2200"/>
            </a:lvl5pPr>
            <a:lvl6pPr marL="2743200" lvl="5" indent="-368300" rtl="0">
              <a:spcBef>
                <a:spcPts val="0"/>
              </a:spcBef>
              <a:spcAft>
                <a:spcPts val="0"/>
              </a:spcAft>
              <a:buSzPts val="2200"/>
              <a:buChar char="■"/>
              <a:defRPr sz="2200"/>
            </a:lvl6pPr>
            <a:lvl7pPr marL="3200400" lvl="6" indent="-368300" rtl="0">
              <a:spcBef>
                <a:spcPts val="0"/>
              </a:spcBef>
              <a:spcAft>
                <a:spcPts val="0"/>
              </a:spcAft>
              <a:buSzPts val="2200"/>
              <a:buChar char="●"/>
              <a:defRPr sz="2200"/>
            </a:lvl7pPr>
            <a:lvl8pPr marL="3657600" lvl="7" indent="-368300" rtl="0">
              <a:spcBef>
                <a:spcPts val="0"/>
              </a:spcBef>
              <a:spcAft>
                <a:spcPts val="0"/>
              </a:spcAft>
              <a:buSzPts val="2200"/>
              <a:buChar char="○"/>
              <a:defRPr sz="2200"/>
            </a:lvl8pPr>
            <a:lvl9pPr marL="4114800" lvl="8" indent="-368300" rtl="0">
              <a:spcBef>
                <a:spcPts val="0"/>
              </a:spcBef>
              <a:spcAft>
                <a:spcPts val="0"/>
              </a:spcAft>
              <a:buSzPts val="2200"/>
              <a:buChar char="■"/>
              <a:defRPr sz="2200"/>
            </a:lvl9pPr>
          </a:lstStyle>
          <a:p>
            <a:endParaRPr/>
          </a:p>
        </p:txBody>
      </p:sp>
      <p:sp>
        <p:nvSpPr>
          <p:cNvPr id="85" name="Google Shape;85;p7"/>
          <p:cNvSpPr txBox="1">
            <a:spLocks noGrp="1"/>
          </p:cNvSpPr>
          <p:nvPr>
            <p:ph type="body" idx="2"/>
          </p:nvPr>
        </p:nvSpPr>
        <p:spPr>
          <a:xfrm>
            <a:off x="4187378" y="1705175"/>
            <a:ext cx="3185400" cy="2715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68300" rtl="0">
              <a:spcBef>
                <a:spcPts val="600"/>
              </a:spcBef>
              <a:spcAft>
                <a:spcPts val="0"/>
              </a:spcAft>
              <a:buSzPts val="2200"/>
              <a:buChar char="▸"/>
              <a:defRPr sz="2200"/>
            </a:lvl1pPr>
            <a:lvl2pPr marL="914400" lvl="1" indent="-368300" rtl="0">
              <a:spcBef>
                <a:spcPts val="0"/>
              </a:spcBef>
              <a:spcAft>
                <a:spcPts val="0"/>
              </a:spcAft>
              <a:buSzPts val="2200"/>
              <a:buChar char="▹"/>
              <a:defRPr sz="2200"/>
            </a:lvl2pPr>
            <a:lvl3pPr marL="1371600" lvl="2" indent="-368300" rtl="0">
              <a:spcBef>
                <a:spcPts val="0"/>
              </a:spcBef>
              <a:spcAft>
                <a:spcPts val="0"/>
              </a:spcAft>
              <a:buSzPts val="2200"/>
              <a:buChar char="■"/>
              <a:defRPr sz="2200"/>
            </a:lvl3pPr>
            <a:lvl4pPr marL="1828800" lvl="3" indent="-368300" rtl="0">
              <a:spcBef>
                <a:spcPts val="0"/>
              </a:spcBef>
              <a:spcAft>
                <a:spcPts val="0"/>
              </a:spcAft>
              <a:buSzPts val="2200"/>
              <a:buChar char="●"/>
              <a:defRPr sz="2200"/>
            </a:lvl4pPr>
            <a:lvl5pPr marL="2286000" lvl="4" indent="-368300" rtl="0">
              <a:spcBef>
                <a:spcPts val="0"/>
              </a:spcBef>
              <a:spcAft>
                <a:spcPts val="0"/>
              </a:spcAft>
              <a:buSzPts val="2200"/>
              <a:buChar char="○"/>
              <a:defRPr sz="2200"/>
            </a:lvl5pPr>
            <a:lvl6pPr marL="2743200" lvl="5" indent="-368300" rtl="0">
              <a:spcBef>
                <a:spcPts val="0"/>
              </a:spcBef>
              <a:spcAft>
                <a:spcPts val="0"/>
              </a:spcAft>
              <a:buSzPts val="2200"/>
              <a:buChar char="■"/>
              <a:defRPr sz="2200"/>
            </a:lvl6pPr>
            <a:lvl7pPr marL="3200400" lvl="6" indent="-368300" rtl="0">
              <a:spcBef>
                <a:spcPts val="0"/>
              </a:spcBef>
              <a:spcAft>
                <a:spcPts val="0"/>
              </a:spcAft>
              <a:buSzPts val="2200"/>
              <a:buChar char="●"/>
              <a:defRPr sz="2200"/>
            </a:lvl7pPr>
            <a:lvl8pPr marL="3657600" lvl="7" indent="-368300" rtl="0">
              <a:spcBef>
                <a:spcPts val="0"/>
              </a:spcBef>
              <a:spcAft>
                <a:spcPts val="0"/>
              </a:spcAft>
              <a:buSzPts val="2200"/>
              <a:buChar char="○"/>
              <a:defRPr sz="2200"/>
            </a:lvl8pPr>
            <a:lvl9pPr marL="4114800" lvl="8" indent="-368300" rtl="0">
              <a:spcBef>
                <a:spcPts val="0"/>
              </a:spcBef>
              <a:spcAft>
                <a:spcPts val="0"/>
              </a:spcAft>
              <a:buSzPts val="2200"/>
              <a:buChar char="■"/>
              <a:defRPr sz="2200"/>
            </a:lvl9pPr>
          </a:lstStyle>
          <a:p>
            <a:endParaRPr/>
          </a:p>
        </p:txBody>
      </p:sp>
      <p:sp>
        <p:nvSpPr>
          <p:cNvPr id="86" name="Google Shape;86;p7"/>
          <p:cNvSpPr txBox="1">
            <a:spLocks noGrp="1"/>
          </p:cNvSpPr>
          <p:nvPr>
            <p:ph type="sldNum" idx="12"/>
          </p:nvPr>
        </p:nvSpPr>
        <p:spPr>
          <a:xfrm>
            <a:off x="0" y="4762400"/>
            <a:ext cx="381000" cy="3864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+ 3 columns">
  <p:cSld name="TITLE_AND_TWO_COLUMNS_1"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8" name="Google Shape;88;p8"/>
          <p:cNvGrpSpPr/>
          <p:nvPr/>
        </p:nvGrpSpPr>
        <p:grpSpPr>
          <a:xfrm>
            <a:off x="0" y="4762400"/>
            <a:ext cx="603997" cy="381100"/>
            <a:chOff x="0" y="4762400"/>
            <a:chExt cx="603997" cy="381100"/>
          </a:xfrm>
        </p:grpSpPr>
        <p:sp>
          <p:nvSpPr>
            <p:cNvPr id="89" name="Google Shape;89;p8"/>
            <p:cNvSpPr/>
            <p:nvPr/>
          </p:nvSpPr>
          <p:spPr>
            <a:xfrm>
              <a:off x="380497" y="4762400"/>
              <a:ext cx="223500" cy="381000"/>
            </a:xfrm>
            <a:prstGeom prst="rtTriangle">
              <a:avLst/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" name="Google Shape;90;p8"/>
            <p:cNvSpPr/>
            <p:nvPr/>
          </p:nvSpPr>
          <p:spPr>
            <a:xfrm>
              <a:off x="0" y="4762500"/>
              <a:ext cx="381000" cy="381000"/>
            </a:xfrm>
            <a:prstGeom prst="rect">
              <a:avLst/>
            </a:prstGeom>
            <a:gradFill>
              <a:gsLst>
                <a:gs pos="0">
                  <a:schemeClr val="accent6"/>
                </a:gs>
                <a:gs pos="100000">
                  <a:schemeClr val="lt2"/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91" name="Google Shape;91;p8"/>
          <p:cNvGrpSpPr/>
          <p:nvPr/>
        </p:nvGrpSpPr>
        <p:grpSpPr>
          <a:xfrm>
            <a:off x="381000" y="0"/>
            <a:ext cx="8763111" cy="1310918"/>
            <a:chOff x="381000" y="0"/>
            <a:chExt cx="8763111" cy="1310918"/>
          </a:xfrm>
        </p:grpSpPr>
        <p:grpSp>
          <p:nvGrpSpPr>
            <p:cNvPr id="92" name="Google Shape;92;p8"/>
            <p:cNvGrpSpPr/>
            <p:nvPr/>
          </p:nvGrpSpPr>
          <p:grpSpPr>
            <a:xfrm>
              <a:off x="381000" y="0"/>
              <a:ext cx="8763111" cy="1310300"/>
              <a:chOff x="381000" y="0"/>
              <a:chExt cx="8763111" cy="1310300"/>
            </a:xfrm>
          </p:grpSpPr>
          <p:sp>
            <p:nvSpPr>
              <p:cNvPr id="93" name="Google Shape;93;p8"/>
              <p:cNvSpPr/>
              <p:nvPr/>
            </p:nvSpPr>
            <p:spPr>
              <a:xfrm>
                <a:off x="7371879" y="0"/>
                <a:ext cx="721985" cy="1310275"/>
              </a:xfrm>
              <a:custGeom>
                <a:avLst/>
                <a:gdLst/>
                <a:ahLst/>
                <a:cxnLst/>
                <a:rect l="l" t="t" r="r" b="b"/>
                <a:pathLst>
                  <a:path w="23660" h="52411" extrusionOk="0">
                    <a:moveTo>
                      <a:pt x="23655" y="0"/>
                    </a:moveTo>
                    <a:lnTo>
                      <a:pt x="0" y="15445"/>
                    </a:lnTo>
                    <a:lnTo>
                      <a:pt x="14" y="52411"/>
                    </a:lnTo>
                    <a:lnTo>
                      <a:pt x="23660" y="42172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</p:sp>
          <p:sp>
            <p:nvSpPr>
              <p:cNvPr id="94" name="Google Shape;94;p8"/>
              <p:cNvSpPr/>
              <p:nvPr/>
            </p:nvSpPr>
            <p:spPr>
              <a:xfrm>
                <a:off x="8090211" y="0"/>
                <a:ext cx="1053900" cy="1053900"/>
              </a:xfrm>
              <a:prstGeom prst="rect">
                <a:avLst/>
              </a:prstGeom>
              <a:gradFill>
                <a:gsLst>
                  <a:gs pos="0">
                    <a:schemeClr val="accent1"/>
                  </a:gs>
                  <a:gs pos="100000">
                    <a:schemeClr val="accent2"/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5" name="Google Shape;95;p8"/>
              <p:cNvSpPr/>
              <p:nvPr/>
            </p:nvSpPr>
            <p:spPr>
              <a:xfrm>
                <a:off x="381000" y="384200"/>
                <a:ext cx="6990900" cy="926100"/>
              </a:xfrm>
              <a:prstGeom prst="rect">
                <a:avLst/>
              </a:prstGeom>
              <a:gradFill>
                <a:gsLst>
                  <a:gs pos="0">
                    <a:schemeClr val="accent2"/>
                  </a:gs>
                  <a:gs pos="73000">
                    <a:schemeClr val="accent2"/>
                  </a:gs>
                  <a:gs pos="100000">
                    <a:schemeClr val="accent3"/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96" name="Google Shape;96;p8"/>
            <p:cNvGrpSpPr/>
            <p:nvPr/>
          </p:nvGrpSpPr>
          <p:grpSpPr>
            <a:xfrm>
              <a:off x="381000" y="967217"/>
              <a:ext cx="8763100" cy="343701"/>
              <a:chOff x="381000" y="862358"/>
              <a:chExt cx="8763100" cy="576872"/>
            </a:xfrm>
          </p:grpSpPr>
          <p:sp>
            <p:nvSpPr>
              <p:cNvPr id="97" name="Google Shape;97;p8"/>
              <p:cNvSpPr/>
              <p:nvPr/>
            </p:nvSpPr>
            <p:spPr>
              <a:xfrm>
                <a:off x="7370250" y="863755"/>
                <a:ext cx="719800" cy="575475"/>
              </a:xfrm>
              <a:custGeom>
                <a:avLst/>
                <a:gdLst/>
                <a:ahLst/>
                <a:cxnLst/>
                <a:rect l="l" t="t" r="r" b="b"/>
                <a:pathLst>
                  <a:path w="28792" h="23019" extrusionOk="0">
                    <a:moveTo>
                      <a:pt x="28792" y="0"/>
                    </a:moveTo>
                    <a:lnTo>
                      <a:pt x="53" y="17878"/>
                    </a:lnTo>
                    <a:lnTo>
                      <a:pt x="0" y="23019"/>
                    </a:lnTo>
                    <a:lnTo>
                      <a:pt x="28792" y="5853"/>
                    </a:lnTo>
                    <a:close/>
                  </a:path>
                </a:pathLst>
              </a:custGeom>
              <a:solidFill>
                <a:srgbClr val="001F46">
                  <a:alpha val="20110"/>
                </a:srgbClr>
              </a:solidFill>
              <a:ln>
                <a:noFill/>
              </a:ln>
            </p:spPr>
          </p:sp>
          <p:sp>
            <p:nvSpPr>
              <p:cNvPr id="98" name="Google Shape;98;p8"/>
              <p:cNvSpPr/>
              <p:nvPr/>
            </p:nvSpPr>
            <p:spPr>
              <a:xfrm>
                <a:off x="8090200" y="862358"/>
                <a:ext cx="1053900" cy="145500"/>
              </a:xfrm>
              <a:prstGeom prst="rect">
                <a:avLst/>
              </a:prstGeom>
              <a:solidFill>
                <a:srgbClr val="001F46">
                  <a:alpha val="2011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9" name="Google Shape;99;p8"/>
              <p:cNvSpPr/>
              <p:nvPr/>
            </p:nvSpPr>
            <p:spPr>
              <a:xfrm>
                <a:off x="381000" y="1310303"/>
                <a:ext cx="6990900" cy="127800"/>
              </a:xfrm>
              <a:prstGeom prst="rect">
                <a:avLst/>
              </a:prstGeom>
              <a:solidFill>
                <a:srgbClr val="001F46">
                  <a:alpha val="2011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sp>
        <p:nvSpPr>
          <p:cNvPr id="100" name="Google Shape;100;p8"/>
          <p:cNvSpPr txBox="1">
            <a:spLocks noGrp="1"/>
          </p:cNvSpPr>
          <p:nvPr>
            <p:ph type="title"/>
          </p:nvPr>
        </p:nvSpPr>
        <p:spPr>
          <a:xfrm>
            <a:off x="614975" y="391350"/>
            <a:ext cx="6757800" cy="919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101" name="Google Shape;101;p8"/>
          <p:cNvSpPr txBox="1">
            <a:spLocks noGrp="1"/>
          </p:cNvSpPr>
          <p:nvPr>
            <p:ph type="body" idx="1"/>
          </p:nvPr>
        </p:nvSpPr>
        <p:spPr>
          <a:xfrm>
            <a:off x="614975" y="1705175"/>
            <a:ext cx="2088600" cy="2715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42900" rtl="0">
              <a:spcBef>
                <a:spcPts val="600"/>
              </a:spcBef>
              <a:spcAft>
                <a:spcPts val="0"/>
              </a:spcAft>
              <a:buSzPts val="1800"/>
              <a:buChar char="▸"/>
              <a:defRPr sz="1800"/>
            </a:lvl1pPr>
            <a:lvl2pPr marL="914400" lvl="1" indent="-342900" rtl="0">
              <a:spcBef>
                <a:spcPts val="0"/>
              </a:spcBef>
              <a:spcAft>
                <a:spcPts val="0"/>
              </a:spcAft>
              <a:buSzPts val="1800"/>
              <a:buChar char="▹"/>
              <a:defRPr sz="1800"/>
            </a:lvl2pPr>
            <a:lvl3pPr marL="1371600" lvl="2" indent="-342900" rtl="0">
              <a:spcBef>
                <a:spcPts val="0"/>
              </a:spcBef>
              <a:spcAft>
                <a:spcPts val="0"/>
              </a:spcAft>
              <a:buSzPts val="1800"/>
              <a:buChar char="■"/>
              <a:defRPr sz="1800"/>
            </a:lvl3pPr>
            <a:lvl4pPr marL="1828800" lvl="3" indent="-3429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 sz="1800"/>
            </a:lvl4pPr>
            <a:lvl5pPr marL="2286000" lvl="4" indent="-3429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 sz="1800"/>
            </a:lvl5pPr>
            <a:lvl6pPr marL="2743200" lvl="5" indent="-342900" rtl="0">
              <a:spcBef>
                <a:spcPts val="0"/>
              </a:spcBef>
              <a:spcAft>
                <a:spcPts val="0"/>
              </a:spcAft>
              <a:buSzPts val="1800"/>
              <a:buChar char="■"/>
              <a:defRPr sz="1800"/>
            </a:lvl6pPr>
            <a:lvl7pPr marL="3200400" lvl="6" indent="-3429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 sz="1800"/>
            </a:lvl7pPr>
            <a:lvl8pPr marL="3657600" lvl="7" indent="-3429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 sz="1800"/>
            </a:lvl8pPr>
            <a:lvl9pPr marL="4114800" lvl="8" indent="-342900" rtl="0">
              <a:spcBef>
                <a:spcPts val="0"/>
              </a:spcBef>
              <a:spcAft>
                <a:spcPts val="0"/>
              </a:spcAft>
              <a:buSzPts val="1800"/>
              <a:buChar char="■"/>
              <a:defRPr sz="1800"/>
            </a:lvl9pPr>
          </a:lstStyle>
          <a:p>
            <a:endParaRPr/>
          </a:p>
        </p:txBody>
      </p:sp>
      <p:sp>
        <p:nvSpPr>
          <p:cNvPr id="102" name="Google Shape;102;p8"/>
          <p:cNvSpPr txBox="1">
            <a:spLocks noGrp="1"/>
          </p:cNvSpPr>
          <p:nvPr>
            <p:ph type="body" idx="2"/>
          </p:nvPr>
        </p:nvSpPr>
        <p:spPr>
          <a:xfrm>
            <a:off x="2949570" y="1705175"/>
            <a:ext cx="2088600" cy="2715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42900" rtl="0">
              <a:spcBef>
                <a:spcPts val="600"/>
              </a:spcBef>
              <a:spcAft>
                <a:spcPts val="0"/>
              </a:spcAft>
              <a:buSzPts val="1800"/>
              <a:buChar char="▸"/>
              <a:defRPr sz="1800"/>
            </a:lvl1pPr>
            <a:lvl2pPr marL="914400" lvl="1" indent="-342900" rtl="0">
              <a:spcBef>
                <a:spcPts val="0"/>
              </a:spcBef>
              <a:spcAft>
                <a:spcPts val="0"/>
              </a:spcAft>
              <a:buSzPts val="1800"/>
              <a:buChar char="▹"/>
              <a:defRPr sz="1800"/>
            </a:lvl2pPr>
            <a:lvl3pPr marL="1371600" lvl="2" indent="-342900" rtl="0">
              <a:spcBef>
                <a:spcPts val="0"/>
              </a:spcBef>
              <a:spcAft>
                <a:spcPts val="0"/>
              </a:spcAft>
              <a:buSzPts val="1800"/>
              <a:buChar char="■"/>
              <a:defRPr sz="1800"/>
            </a:lvl3pPr>
            <a:lvl4pPr marL="1828800" lvl="3" indent="-3429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 sz="1800"/>
            </a:lvl4pPr>
            <a:lvl5pPr marL="2286000" lvl="4" indent="-3429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 sz="1800"/>
            </a:lvl5pPr>
            <a:lvl6pPr marL="2743200" lvl="5" indent="-342900" rtl="0">
              <a:spcBef>
                <a:spcPts val="0"/>
              </a:spcBef>
              <a:spcAft>
                <a:spcPts val="0"/>
              </a:spcAft>
              <a:buSzPts val="1800"/>
              <a:buChar char="■"/>
              <a:defRPr sz="1800"/>
            </a:lvl6pPr>
            <a:lvl7pPr marL="3200400" lvl="6" indent="-3429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 sz="1800"/>
            </a:lvl7pPr>
            <a:lvl8pPr marL="3657600" lvl="7" indent="-3429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 sz="1800"/>
            </a:lvl8pPr>
            <a:lvl9pPr marL="4114800" lvl="8" indent="-342900" rtl="0">
              <a:spcBef>
                <a:spcPts val="0"/>
              </a:spcBef>
              <a:spcAft>
                <a:spcPts val="0"/>
              </a:spcAft>
              <a:buSzPts val="1800"/>
              <a:buChar char="■"/>
              <a:defRPr sz="1800"/>
            </a:lvl9pPr>
          </a:lstStyle>
          <a:p>
            <a:endParaRPr/>
          </a:p>
        </p:txBody>
      </p:sp>
      <p:sp>
        <p:nvSpPr>
          <p:cNvPr id="103" name="Google Shape;103;p8"/>
          <p:cNvSpPr txBox="1">
            <a:spLocks noGrp="1"/>
          </p:cNvSpPr>
          <p:nvPr>
            <p:ph type="body" idx="3"/>
          </p:nvPr>
        </p:nvSpPr>
        <p:spPr>
          <a:xfrm>
            <a:off x="5284165" y="1705175"/>
            <a:ext cx="2088600" cy="2715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42900" rtl="0">
              <a:spcBef>
                <a:spcPts val="600"/>
              </a:spcBef>
              <a:spcAft>
                <a:spcPts val="0"/>
              </a:spcAft>
              <a:buSzPts val="1800"/>
              <a:buChar char="▸"/>
              <a:defRPr sz="1800"/>
            </a:lvl1pPr>
            <a:lvl2pPr marL="914400" lvl="1" indent="-342900" rtl="0">
              <a:spcBef>
                <a:spcPts val="0"/>
              </a:spcBef>
              <a:spcAft>
                <a:spcPts val="0"/>
              </a:spcAft>
              <a:buSzPts val="1800"/>
              <a:buChar char="▹"/>
              <a:defRPr sz="1800"/>
            </a:lvl2pPr>
            <a:lvl3pPr marL="1371600" lvl="2" indent="-342900" rtl="0">
              <a:spcBef>
                <a:spcPts val="0"/>
              </a:spcBef>
              <a:spcAft>
                <a:spcPts val="0"/>
              </a:spcAft>
              <a:buSzPts val="1800"/>
              <a:buChar char="■"/>
              <a:defRPr sz="1800"/>
            </a:lvl3pPr>
            <a:lvl4pPr marL="1828800" lvl="3" indent="-3429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 sz="1800"/>
            </a:lvl4pPr>
            <a:lvl5pPr marL="2286000" lvl="4" indent="-3429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 sz="1800"/>
            </a:lvl5pPr>
            <a:lvl6pPr marL="2743200" lvl="5" indent="-342900" rtl="0">
              <a:spcBef>
                <a:spcPts val="0"/>
              </a:spcBef>
              <a:spcAft>
                <a:spcPts val="0"/>
              </a:spcAft>
              <a:buSzPts val="1800"/>
              <a:buChar char="■"/>
              <a:defRPr sz="1800"/>
            </a:lvl6pPr>
            <a:lvl7pPr marL="3200400" lvl="6" indent="-3429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 sz="1800"/>
            </a:lvl7pPr>
            <a:lvl8pPr marL="3657600" lvl="7" indent="-3429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 sz="1800"/>
            </a:lvl8pPr>
            <a:lvl9pPr marL="4114800" lvl="8" indent="-342900" rtl="0">
              <a:spcBef>
                <a:spcPts val="0"/>
              </a:spcBef>
              <a:spcAft>
                <a:spcPts val="0"/>
              </a:spcAft>
              <a:buSzPts val="1800"/>
              <a:buChar char="■"/>
              <a:defRPr sz="1800"/>
            </a:lvl9pPr>
          </a:lstStyle>
          <a:p>
            <a:endParaRPr/>
          </a:p>
        </p:txBody>
      </p:sp>
      <p:sp>
        <p:nvSpPr>
          <p:cNvPr id="104" name="Google Shape;104;p8"/>
          <p:cNvSpPr txBox="1">
            <a:spLocks noGrp="1"/>
          </p:cNvSpPr>
          <p:nvPr>
            <p:ph type="sldNum" idx="12"/>
          </p:nvPr>
        </p:nvSpPr>
        <p:spPr>
          <a:xfrm>
            <a:off x="0" y="4762400"/>
            <a:ext cx="381000" cy="3864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6" name="Google Shape;106;p9"/>
          <p:cNvGrpSpPr/>
          <p:nvPr/>
        </p:nvGrpSpPr>
        <p:grpSpPr>
          <a:xfrm>
            <a:off x="0" y="4762400"/>
            <a:ext cx="603997" cy="381100"/>
            <a:chOff x="0" y="4762400"/>
            <a:chExt cx="603997" cy="381100"/>
          </a:xfrm>
        </p:grpSpPr>
        <p:sp>
          <p:nvSpPr>
            <p:cNvPr id="107" name="Google Shape;107;p9"/>
            <p:cNvSpPr/>
            <p:nvPr/>
          </p:nvSpPr>
          <p:spPr>
            <a:xfrm>
              <a:off x="380497" y="4762400"/>
              <a:ext cx="223500" cy="381000"/>
            </a:xfrm>
            <a:prstGeom prst="rtTriangle">
              <a:avLst/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" name="Google Shape;108;p9"/>
            <p:cNvSpPr/>
            <p:nvPr/>
          </p:nvSpPr>
          <p:spPr>
            <a:xfrm>
              <a:off x="0" y="4762500"/>
              <a:ext cx="381000" cy="381000"/>
            </a:xfrm>
            <a:prstGeom prst="rect">
              <a:avLst/>
            </a:prstGeom>
            <a:gradFill>
              <a:gsLst>
                <a:gs pos="0">
                  <a:schemeClr val="accent6"/>
                </a:gs>
                <a:gs pos="100000">
                  <a:schemeClr val="lt2"/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09" name="Google Shape;109;p9"/>
          <p:cNvGrpSpPr/>
          <p:nvPr/>
        </p:nvGrpSpPr>
        <p:grpSpPr>
          <a:xfrm>
            <a:off x="381000" y="0"/>
            <a:ext cx="8763111" cy="1310918"/>
            <a:chOff x="381000" y="0"/>
            <a:chExt cx="8763111" cy="1310918"/>
          </a:xfrm>
        </p:grpSpPr>
        <p:grpSp>
          <p:nvGrpSpPr>
            <p:cNvPr id="110" name="Google Shape;110;p9"/>
            <p:cNvGrpSpPr/>
            <p:nvPr/>
          </p:nvGrpSpPr>
          <p:grpSpPr>
            <a:xfrm>
              <a:off x="381000" y="0"/>
              <a:ext cx="8763111" cy="1310300"/>
              <a:chOff x="381000" y="0"/>
              <a:chExt cx="8763111" cy="1310300"/>
            </a:xfrm>
          </p:grpSpPr>
          <p:sp>
            <p:nvSpPr>
              <p:cNvPr id="111" name="Google Shape;111;p9"/>
              <p:cNvSpPr/>
              <p:nvPr/>
            </p:nvSpPr>
            <p:spPr>
              <a:xfrm>
                <a:off x="7371879" y="0"/>
                <a:ext cx="721985" cy="1310275"/>
              </a:xfrm>
              <a:custGeom>
                <a:avLst/>
                <a:gdLst/>
                <a:ahLst/>
                <a:cxnLst/>
                <a:rect l="l" t="t" r="r" b="b"/>
                <a:pathLst>
                  <a:path w="23660" h="52411" extrusionOk="0">
                    <a:moveTo>
                      <a:pt x="23655" y="0"/>
                    </a:moveTo>
                    <a:lnTo>
                      <a:pt x="0" y="15445"/>
                    </a:lnTo>
                    <a:lnTo>
                      <a:pt x="14" y="52411"/>
                    </a:lnTo>
                    <a:lnTo>
                      <a:pt x="23660" y="42172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</p:sp>
          <p:sp>
            <p:nvSpPr>
              <p:cNvPr id="112" name="Google Shape;112;p9"/>
              <p:cNvSpPr/>
              <p:nvPr/>
            </p:nvSpPr>
            <p:spPr>
              <a:xfrm>
                <a:off x="8090211" y="0"/>
                <a:ext cx="1053900" cy="1053900"/>
              </a:xfrm>
              <a:prstGeom prst="rect">
                <a:avLst/>
              </a:prstGeom>
              <a:gradFill>
                <a:gsLst>
                  <a:gs pos="0">
                    <a:schemeClr val="accent1"/>
                  </a:gs>
                  <a:gs pos="100000">
                    <a:schemeClr val="accent2"/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" name="Google Shape;113;p9"/>
              <p:cNvSpPr/>
              <p:nvPr/>
            </p:nvSpPr>
            <p:spPr>
              <a:xfrm>
                <a:off x="381000" y="384200"/>
                <a:ext cx="6990900" cy="926100"/>
              </a:xfrm>
              <a:prstGeom prst="rect">
                <a:avLst/>
              </a:prstGeom>
              <a:gradFill>
                <a:gsLst>
                  <a:gs pos="0">
                    <a:schemeClr val="accent2"/>
                  </a:gs>
                  <a:gs pos="73000">
                    <a:schemeClr val="accent2"/>
                  </a:gs>
                  <a:gs pos="100000">
                    <a:schemeClr val="accent3"/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14" name="Google Shape;114;p9"/>
            <p:cNvGrpSpPr/>
            <p:nvPr/>
          </p:nvGrpSpPr>
          <p:grpSpPr>
            <a:xfrm>
              <a:off x="381000" y="967217"/>
              <a:ext cx="8763100" cy="343701"/>
              <a:chOff x="381000" y="862358"/>
              <a:chExt cx="8763100" cy="576872"/>
            </a:xfrm>
          </p:grpSpPr>
          <p:sp>
            <p:nvSpPr>
              <p:cNvPr id="115" name="Google Shape;115;p9"/>
              <p:cNvSpPr/>
              <p:nvPr/>
            </p:nvSpPr>
            <p:spPr>
              <a:xfrm>
                <a:off x="7370250" y="863755"/>
                <a:ext cx="719800" cy="575475"/>
              </a:xfrm>
              <a:custGeom>
                <a:avLst/>
                <a:gdLst/>
                <a:ahLst/>
                <a:cxnLst/>
                <a:rect l="l" t="t" r="r" b="b"/>
                <a:pathLst>
                  <a:path w="28792" h="23019" extrusionOk="0">
                    <a:moveTo>
                      <a:pt x="28792" y="0"/>
                    </a:moveTo>
                    <a:lnTo>
                      <a:pt x="53" y="17878"/>
                    </a:lnTo>
                    <a:lnTo>
                      <a:pt x="0" y="23019"/>
                    </a:lnTo>
                    <a:lnTo>
                      <a:pt x="28792" y="5853"/>
                    </a:lnTo>
                    <a:close/>
                  </a:path>
                </a:pathLst>
              </a:custGeom>
              <a:solidFill>
                <a:srgbClr val="001F46">
                  <a:alpha val="20110"/>
                </a:srgbClr>
              </a:solidFill>
              <a:ln>
                <a:noFill/>
              </a:ln>
            </p:spPr>
          </p:sp>
          <p:sp>
            <p:nvSpPr>
              <p:cNvPr id="116" name="Google Shape;116;p9"/>
              <p:cNvSpPr/>
              <p:nvPr/>
            </p:nvSpPr>
            <p:spPr>
              <a:xfrm>
                <a:off x="8090200" y="862358"/>
                <a:ext cx="1053900" cy="145500"/>
              </a:xfrm>
              <a:prstGeom prst="rect">
                <a:avLst/>
              </a:prstGeom>
              <a:solidFill>
                <a:srgbClr val="001F46">
                  <a:alpha val="2011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" name="Google Shape;117;p9"/>
              <p:cNvSpPr/>
              <p:nvPr/>
            </p:nvSpPr>
            <p:spPr>
              <a:xfrm>
                <a:off x="381000" y="1310303"/>
                <a:ext cx="6990900" cy="127800"/>
              </a:xfrm>
              <a:prstGeom prst="rect">
                <a:avLst/>
              </a:prstGeom>
              <a:solidFill>
                <a:srgbClr val="001F46">
                  <a:alpha val="2011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sp>
        <p:nvSpPr>
          <p:cNvPr id="118" name="Google Shape;118;p9"/>
          <p:cNvSpPr txBox="1">
            <a:spLocks noGrp="1"/>
          </p:cNvSpPr>
          <p:nvPr>
            <p:ph type="title"/>
          </p:nvPr>
        </p:nvSpPr>
        <p:spPr>
          <a:xfrm>
            <a:off x="614975" y="391350"/>
            <a:ext cx="6757800" cy="919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119" name="Google Shape;119;p9"/>
          <p:cNvSpPr txBox="1">
            <a:spLocks noGrp="1"/>
          </p:cNvSpPr>
          <p:nvPr>
            <p:ph type="sldNum" idx="12"/>
          </p:nvPr>
        </p:nvSpPr>
        <p:spPr>
          <a:xfrm>
            <a:off x="0" y="4762400"/>
            <a:ext cx="381000" cy="3864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10"/>
          <p:cNvSpPr/>
          <p:nvPr/>
        </p:nvSpPr>
        <p:spPr>
          <a:xfrm rot="10800000">
            <a:off x="7365397" y="75"/>
            <a:ext cx="724800" cy="1055700"/>
          </a:xfrm>
          <a:prstGeom prst="rtTriangle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22" name="Google Shape;122;p10"/>
          <p:cNvGrpSpPr/>
          <p:nvPr/>
        </p:nvGrpSpPr>
        <p:grpSpPr>
          <a:xfrm>
            <a:off x="8" y="4674804"/>
            <a:ext cx="8088217" cy="468805"/>
            <a:chOff x="8" y="4674804"/>
            <a:chExt cx="8088217" cy="468805"/>
          </a:xfrm>
        </p:grpSpPr>
        <p:sp>
          <p:nvSpPr>
            <p:cNvPr id="123" name="Google Shape;123;p10"/>
            <p:cNvSpPr/>
            <p:nvPr/>
          </p:nvSpPr>
          <p:spPr>
            <a:xfrm>
              <a:off x="8" y="4766509"/>
              <a:ext cx="377100" cy="377100"/>
            </a:xfrm>
            <a:prstGeom prst="rect">
              <a:avLst/>
            </a:prstGeom>
            <a:gradFill>
              <a:gsLst>
                <a:gs pos="0">
                  <a:schemeClr val="accent6"/>
                </a:gs>
                <a:gs pos="100000">
                  <a:schemeClr val="lt2"/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" name="Google Shape;124;p10"/>
            <p:cNvSpPr/>
            <p:nvPr/>
          </p:nvSpPr>
          <p:spPr>
            <a:xfrm rot="10800000">
              <a:off x="375687" y="4674804"/>
              <a:ext cx="258249" cy="468685"/>
            </a:xfrm>
            <a:custGeom>
              <a:avLst/>
              <a:gdLst/>
              <a:ahLst/>
              <a:cxnLst/>
              <a:rect l="l" t="t" r="r" b="b"/>
              <a:pathLst>
                <a:path w="23660" h="52411" extrusionOk="0">
                  <a:moveTo>
                    <a:pt x="23655" y="0"/>
                  </a:moveTo>
                  <a:lnTo>
                    <a:pt x="0" y="15445"/>
                  </a:lnTo>
                  <a:lnTo>
                    <a:pt x="14" y="52411"/>
                  </a:lnTo>
                  <a:lnTo>
                    <a:pt x="23660" y="42172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</p:sp>
        <p:sp>
          <p:nvSpPr>
            <p:cNvPr id="125" name="Google Shape;125;p10"/>
            <p:cNvSpPr/>
            <p:nvPr/>
          </p:nvSpPr>
          <p:spPr>
            <a:xfrm rot="10800000">
              <a:off x="633825" y="4674850"/>
              <a:ext cx="7454400" cy="331200"/>
            </a:xfrm>
            <a:prstGeom prst="rect">
              <a:avLst/>
            </a:prstGeom>
            <a:gradFill>
              <a:gsLst>
                <a:gs pos="0">
                  <a:schemeClr val="accent6"/>
                </a:gs>
                <a:gs pos="73000">
                  <a:schemeClr val="accent6"/>
                </a:gs>
                <a:gs pos="100000">
                  <a:srgbClr val="C3CFDE"/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26" name="Google Shape;126;p10"/>
          <p:cNvSpPr txBox="1">
            <a:spLocks noGrp="1"/>
          </p:cNvSpPr>
          <p:nvPr>
            <p:ph type="sldNum" idx="12"/>
          </p:nvPr>
        </p:nvSpPr>
        <p:spPr>
          <a:xfrm>
            <a:off x="0" y="4762400"/>
            <a:ext cx="381000" cy="386400"/>
          </a:xfrm>
          <a:prstGeom prst="rect">
            <a:avLst/>
          </a:prstGeom>
          <a:noFill/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grpSp>
        <p:nvGrpSpPr>
          <p:cNvPr id="127" name="Google Shape;127;p10"/>
          <p:cNvGrpSpPr/>
          <p:nvPr/>
        </p:nvGrpSpPr>
        <p:grpSpPr>
          <a:xfrm>
            <a:off x="8090200" y="0"/>
            <a:ext cx="1053910" cy="1053906"/>
            <a:chOff x="8090200" y="0"/>
            <a:chExt cx="1053910" cy="1053906"/>
          </a:xfrm>
        </p:grpSpPr>
        <p:sp>
          <p:nvSpPr>
            <p:cNvPr id="128" name="Google Shape;128;p10"/>
            <p:cNvSpPr/>
            <p:nvPr/>
          </p:nvSpPr>
          <p:spPr>
            <a:xfrm>
              <a:off x="8090211" y="0"/>
              <a:ext cx="1053900" cy="1053900"/>
            </a:xfrm>
            <a:prstGeom prst="rect">
              <a:avLst/>
            </a:prstGeom>
            <a:gradFill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" name="Google Shape;129;p10"/>
            <p:cNvSpPr/>
            <p:nvPr/>
          </p:nvSpPr>
          <p:spPr>
            <a:xfrm>
              <a:off x="8090200" y="967217"/>
              <a:ext cx="1053900" cy="86689"/>
            </a:xfrm>
            <a:prstGeom prst="rect">
              <a:avLst/>
            </a:prstGeom>
            <a:solidFill>
              <a:srgbClr val="001F46">
                <a:alpha val="2011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30" name="Google Shape;130;p10"/>
          <p:cNvSpPr txBox="1">
            <a:spLocks noGrp="1"/>
          </p:cNvSpPr>
          <p:nvPr>
            <p:ph type="body" idx="1"/>
          </p:nvPr>
        </p:nvSpPr>
        <p:spPr>
          <a:xfrm>
            <a:off x="814200" y="4674800"/>
            <a:ext cx="7104000" cy="3267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marL="457200" lvl="0" indent="-228600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</a:lstStyle>
          <a:p>
            <a:endParaRPr/>
          </a:p>
        </p:txBody>
      </p:sp>
      <p:sp>
        <p:nvSpPr>
          <p:cNvPr id="131" name="Google Shape;131;p10"/>
          <p:cNvSpPr/>
          <p:nvPr/>
        </p:nvSpPr>
        <p:spPr>
          <a:xfrm>
            <a:off x="7366400" y="0"/>
            <a:ext cx="723250" cy="1051175"/>
          </a:xfrm>
          <a:custGeom>
            <a:avLst/>
            <a:gdLst/>
            <a:ahLst/>
            <a:cxnLst/>
            <a:rect l="l" t="t" r="r" b="b"/>
            <a:pathLst>
              <a:path w="28930" h="42047" extrusionOk="0">
                <a:moveTo>
                  <a:pt x="0" y="0"/>
                </a:moveTo>
                <a:lnTo>
                  <a:pt x="28930" y="42047"/>
                </a:lnTo>
                <a:lnTo>
                  <a:pt x="28930" y="38739"/>
                </a:lnTo>
                <a:lnTo>
                  <a:pt x="2908" y="74"/>
                </a:lnTo>
                <a:close/>
              </a:path>
            </a:pathLst>
          </a:custGeom>
          <a:solidFill>
            <a:srgbClr val="001F46">
              <a:alpha val="20110"/>
            </a:srgbClr>
          </a:solidFill>
          <a:ln>
            <a:noFill/>
          </a:ln>
        </p:spPr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3" name="Google Shape;133;p11"/>
          <p:cNvGrpSpPr/>
          <p:nvPr/>
        </p:nvGrpSpPr>
        <p:grpSpPr>
          <a:xfrm>
            <a:off x="0" y="4762400"/>
            <a:ext cx="603997" cy="381100"/>
            <a:chOff x="0" y="4762400"/>
            <a:chExt cx="603997" cy="381100"/>
          </a:xfrm>
        </p:grpSpPr>
        <p:sp>
          <p:nvSpPr>
            <p:cNvPr id="134" name="Google Shape;134;p11"/>
            <p:cNvSpPr/>
            <p:nvPr/>
          </p:nvSpPr>
          <p:spPr>
            <a:xfrm>
              <a:off x="380497" y="4762400"/>
              <a:ext cx="223500" cy="381000"/>
            </a:xfrm>
            <a:prstGeom prst="rtTriangle">
              <a:avLst/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" name="Google Shape;135;p11"/>
            <p:cNvSpPr/>
            <p:nvPr/>
          </p:nvSpPr>
          <p:spPr>
            <a:xfrm>
              <a:off x="0" y="4762500"/>
              <a:ext cx="381000" cy="381000"/>
            </a:xfrm>
            <a:prstGeom prst="rect">
              <a:avLst/>
            </a:prstGeom>
            <a:gradFill>
              <a:gsLst>
                <a:gs pos="0">
                  <a:schemeClr val="accent6"/>
                </a:gs>
                <a:gs pos="100000">
                  <a:schemeClr val="lt2"/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36" name="Google Shape;136;p11"/>
          <p:cNvSpPr txBox="1">
            <a:spLocks noGrp="1"/>
          </p:cNvSpPr>
          <p:nvPr>
            <p:ph type="sldNum" idx="12"/>
          </p:nvPr>
        </p:nvSpPr>
        <p:spPr>
          <a:xfrm>
            <a:off x="0" y="4762400"/>
            <a:ext cx="381000" cy="3864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grpSp>
        <p:nvGrpSpPr>
          <p:cNvPr id="137" name="Google Shape;137;p11"/>
          <p:cNvGrpSpPr/>
          <p:nvPr/>
        </p:nvGrpSpPr>
        <p:grpSpPr>
          <a:xfrm rot="10800000">
            <a:off x="125800" y="4"/>
            <a:ext cx="9018200" cy="468805"/>
            <a:chOff x="8" y="4674804"/>
            <a:chExt cx="9018200" cy="468805"/>
          </a:xfrm>
        </p:grpSpPr>
        <p:sp>
          <p:nvSpPr>
            <p:cNvPr id="138" name="Google Shape;138;p11"/>
            <p:cNvSpPr/>
            <p:nvPr/>
          </p:nvSpPr>
          <p:spPr>
            <a:xfrm rot="10800000">
              <a:off x="8" y="4766509"/>
              <a:ext cx="377100" cy="377100"/>
            </a:xfrm>
            <a:prstGeom prst="rect">
              <a:avLst/>
            </a:prstGeom>
            <a:gradFill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" name="Google Shape;139;p11"/>
            <p:cNvSpPr/>
            <p:nvPr/>
          </p:nvSpPr>
          <p:spPr>
            <a:xfrm rot="10800000">
              <a:off x="375687" y="4674804"/>
              <a:ext cx="258249" cy="468685"/>
            </a:xfrm>
            <a:custGeom>
              <a:avLst/>
              <a:gdLst/>
              <a:ahLst/>
              <a:cxnLst/>
              <a:rect l="l" t="t" r="r" b="b"/>
              <a:pathLst>
                <a:path w="23660" h="52411" extrusionOk="0">
                  <a:moveTo>
                    <a:pt x="23655" y="0"/>
                  </a:moveTo>
                  <a:lnTo>
                    <a:pt x="0" y="15445"/>
                  </a:lnTo>
                  <a:lnTo>
                    <a:pt x="14" y="52411"/>
                  </a:lnTo>
                  <a:lnTo>
                    <a:pt x="23660" y="42172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</p:sp>
        <p:sp>
          <p:nvSpPr>
            <p:cNvPr id="140" name="Google Shape;140;p11"/>
            <p:cNvSpPr/>
            <p:nvPr/>
          </p:nvSpPr>
          <p:spPr>
            <a:xfrm rot="10800000">
              <a:off x="633808" y="4674838"/>
              <a:ext cx="8384400" cy="331200"/>
            </a:xfrm>
            <a:prstGeom prst="rect">
              <a:avLst/>
            </a:prstGeom>
            <a:gradFill>
              <a:gsLst>
                <a:gs pos="0">
                  <a:schemeClr val="accent2"/>
                </a:gs>
                <a:gs pos="73000">
                  <a:schemeClr val="accent2"/>
                </a:gs>
                <a:gs pos="100000">
                  <a:schemeClr val="accent3"/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 with ribbon">
  <p:cSld name="BLANK_1">
    <p:spTree>
      <p:nvGrpSpPr>
        <p:cNvPr id="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2" name="Google Shape;142;p12"/>
          <p:cNvGrpSpPr/>
          <p:nvPr/>
        </p:nvGrpSpPr>
        <p:grpSpPr>
          <a:xfrm>
            <a:off x="0" y="4762400"/>
            <a:ext cx="603997" cy="381100"/>
            <a:chOff x="0" y="4762400"/>
            <a:chExt cx="603997" cy="381100"/>
          </a:xfrm>
        </p:grpSpPr>
        <p:sp>
          <p:nvSpPr>
            <p:cNvPr id="143" name="Google Shape;143;p12"/>
            <p:cNvSpPr/>
            <p:nvPr/>
          </p:nvSpPr>
          <p:spPr>
            <a:xfrm>
              <a:off x="380497" y="4762400"/>
              <a:ext cx="223500" cy="381000"/>
            </a:xfrm>
            <a:prstGeom prst="rtTriangle">
              <a:avLst/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" name="Google Shape;144;p12"/>
            <p:cNvSpPr/>
            <p:nvPr/>
          </p:nvSpPr>
          <p:spPr>
            <a:xfrm>
              <a:off x="0" y="4762500"/>
              <a:ext cx="381000" cy="381000"/>
            </a:xfrm>
            <a:prstGeom prst="rect">
              <a:avLst/>
            </a:prstGeom>
            <a:gradFill>
              <a:gsLst>
                <a:gs pos="0">
                  <a:schemeClr val="accent6"/>
                </a:gs>
                <a:gs pos="100000">
                  <a:schemeClr val="lt2"/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45" name="Google Shape;145;p12"/>
          <p:cNvSpPr txBox="1">
            <a:spLocks noGrp="1"/>
          </p:cNvSpPr>
          <p:nvPr>
            <p:ph type="sldNum" idx="12"/>
          </p:nvPr>
        </p:nvSpPr>
        <p:spPr>
          <a:xfrm>
            <a:off x="0" y="4762400"/>
            <a:ext cx="381000" cy="3864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grpSp>
        <p:nvGrpSpPr>
          <p:cNvPr id="146" name="Google Shape;146;p12"/>
          <p:cNvGrpSpPr/>
          <p:nvPr/>
        </p:nvGrpSpPr>
        <p:grpSpPr>
          <a:xfrm rot="10800000">
            <a:off x="0" y="-47"/>
            <a:ext cx="9144000" cy="5157522"/>
            <a:chOff x="8" y="-13862"/>
            <a:chExt cx="9144000" cy="5157522"/>
          </a:xfrm>
        </p:grpSpPr>
        <p:sp>
          <p:nvSpPr>
            <p:cNvPr id="147" name="Google Shape;147;p12"/>
            <p:cNvSpPr/>
            <p:nvPr/>
          </p:nvSpPr>
          <p:spPr>
            <a:xfrm rot="10800000">
              <a:off x="8" y="160"/>
              <a:ext cx="377100" cy="5143500"/>
            </a:xfrm>
            <a:prstGeom prst="rect">
              <a:avLst/>
            </a:prstGeom>
            <a:gradFill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" name="Google Shape;148;p12"/>
            <p:cNvSpPr/>
            <p:nvPr/>
          </p:nvSpPr>
          <p:spPr>
            <a:xfrm>
              <a:off x="366508" y="-13862"/>
              <a:ext cx="267425" cy="5157350"/>
            </a:xfrm>
            <a:custGeom>
              <a:avLst/>
              <a:gdLst/>
              <a:ahLst/>
              <a:cxnLst/>
              <a:rect l="l" t="t" r="r" b="b"/>
              <a:pathLst>
                <a:path w="10697" h="206294" extrusionOk="0">
                  <a:moveTo>
                    <a:pt x="369" y="206294"/>
                  </a:moveTo>
                  <a:lnTo>
                    <a:pt x="10697" y="190844"/>
                  </a:lnTo>
                  <a:lnTo>
                    <a:pt x="10623" y="1593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</p:sp>
        <p:sp>
          <p:nvSpPr>
            <p:cNvPr id="149" name="Google Shape;149;p12"/>
            <p:cNvSpPr/>
            <p:nvPr/>
          </p:nvSpPr>
          <p:spPr>
            <a:xfrm rot="10800000">
              <a:off x="633908" y="382913"/>
              <a:ext cx="8510100" cy="4376400"/>
            </a:xfrm>
            <a:prstGeom prst="rect">
              <a:avLst/>
            </a:prstGeom>
            <a:gradFill>
              <a:gsLst>
                <a:gs pos="0">
                  <a:schemeClr val="accent2"/>
                </a:gs>
                <a:gs pos="73000">
                  <a:schemeClr val="accent2"/>
                </a:gs>
                <a:gs pos="100000">
                  <a:schemeClr val="accent3"/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sldNum" idx="12"/>
          </p:nvPr>
        </p:nvSpPr>
        <p:spPr>
          <a:xfrm>
            <a:off x="0" y="4762400"/>
            <a:ext cx="381000" cy="38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ctr" rtl="0">
              <a:buNone/>
              <a:defRPr sz="1100">
                <a:solidFill>
                  <a:schemeClr val="dk2"/>
                </a:solidFill>
                <a:latin typeface="Barlow SemiBold"/>
                <a:ea typeface="Barlow SemiBold"/>
                <a:cs typeface="Barlow SemiBold"/>
                <a:sym typeface="Barlow SemiBold"/>
              </a:defRPr>
            </a:lvl1pPr>
            <a:lvl2pPr lvl="1" algn="ctr" rtl="0">
              <a:buNone/>
              <a:defRPr sz="1100">
                <a:solidFill>
                  <a:schemeClr val="dk2"/>
                </a:solidFill>
                <a:latin typeface="Barlow SemiBold"/>
                <a:ea typeface="Barlow SemiBold"/>
                <a:cs typeface="Barlow SemiBold"/>
                <a:sym typeface="Barlow SemiBold"/>
              </a:defRPr>
            </a:lvl2pPr>
            <a:lvl3pPr lvl="2" algn="ctr" rtl="0">
              <a:buNone/>
              <a:defRPr sz="1100">
                <a:solidFill>
                  <a:schemeClr val="dk2"/>
                </a:solidFill>
                <a:latin typeface="Barlow SemiBold"/>
                <a:ea typeface="Barlow SemiBold"/>
                <a:cs typeface="Barlow SemiBold"/>
                <a:sym typeface="Barlow SemiBold"/>
              </a:defRPr>
            </a:lvl3pPr>
            <a:lvl4pPr lvl="3" algn="ctr" rtl="0">
              <a:buNone/>
              <a:defRPr sz="1100">
                <a:solidFill>
                  <a:schemeClr val="dk2"/>
                </a:solidFill>
                <a:latin typeface="Barlow SemiBold"/>
                <a:ea typeface="Barlow SemiBold"/>
                <a:cs typeface="Barlow SemiBold"/>
                <a:sym typeface="Barlow SemiBold"/>
              </a:defRPr>
            </a:lvl4pPr>
            <a:lvl5pPr lvl="4" algn="ctr" rtl="0">
              <a:buNone/>
              <a:defRPr sz="1100">
                <a:solidFill>
                  <a:schemeClr val="dk2"/>
                </a:solidFill>
                <a:latin typeface="Barlow SemiBold"/>
                <a:ea typeface="Barlow SemiBold"/>
                <a:cs typeface="Barlow SemiBold"/>
                <a:sym typeface="Barlow SemiBold"/>
              </a:defRPr>
            </a:lvl5pPr>
            <a:lvl6pPr lvl="5" algn="ctr" rtl="0">
              <a:buNone/>
              <a:defRPr sz="1100">
                <a:solidFill>
                  <a:schemeClr val="dk2"/>
                </a:solidFill>
                <a:latin typeface="Barlow SemiBold"/>
                <a:ea typeface="Barlow SemiBold"/>
                <a:cs typeface="Barlow SemiBold"/>
                <a:sym typeface="Barlow SemiBold"/>
              </a:defRPr>
            </a:lvl6pPr>
            <a:lvl7pPr lvl="6" algn="ctr" rtl="0">
              <a:buNone/>
              <a:defRPr sz="1100">
                <a:solidFill>
                  <a:schemeClr val="dk2"/>
                </a:solidFill>
                <a:latin typeface="Barlow SemiBold"/>
                <a:ea typeface="Barlow SemiBold"/>
                <a:cs typeface="Barlow SemiBold"/>
                <a:sym typeface="Barlow SemiBold"/>
              </a:defRPr>
            </a:lvl7pPr>
            <a:lvl8pPr lvl="7" algn="ctr" rtl="0">
              <a:buNone/>
              <a:defRPr sz="1100">
                <a:solidFill>
                  <a:schemeClr val="dk2"/>
                </a:solidFill>
                <a:latin typeface="Barlow SemiBold"/>
                <a:ea typeface="Barlow SemiBold"/>
                <a:cs typeface="Barlow SemiBold"/>
                <a:sym typeface="Barlow SemiBold"/>
              </a:defRPr>
            </a:lvl8pPr>
            <a:lvl9pPr lvl="8" algn="ctr" rtl="0">
              <a:buNone/>
              <a:defRPr sz="1100">
                <a:solidFill>
                  <a:schemeClr val="dk2"/>
                </a:solidFill>
                <a:latin typeface="Barlow SemiBold"/>
                <a:ea typeface="Barlow SemiBold"/>
                <a:cs typeface="Barlow SemiBold"/>
                <a:sym typeface="Barlow SemiBold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title"/>
          </p:nvPr>
        </p:nvSpPr>
        <p:spPr>
          <a:xfrm>
            <a:off x="614975" y="391350"/>
            <a:ext cx="6757800" cy="919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Barlow SemiBold"/>
              <a:buNone/>
              <a:defRPr sz="3000">
                <a:solidFill>
                  <a:schemeClr val="lt1"/>
                </a:solidFill>
                <a:latin typeface="Barlow SemiBold"/>
                <a:ea typeface="Barlow SemiBold"/>
                <a:cs typeface="Barlow SemiBold"/>
                <a:sym typeface="Barlow SemiBold"/>
              </a:defRPr>
            </a:lvl1pPr>
            <a:lvl2pPr lvl="1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Barlow SemiBold"/>
              <a:buNone/>
              <a:defRPr sz="3000">
                <a:solidFill>
                  <a:schemeClr val="lt1"/>
                </a:solidFill>
                <a:latin typeface="Barlow SemiBold"/>
                <a:ea typeface="Barlow SemiBold"/>
                <a:cs typeface="Barlow SemiBold"/>
                <a:sym typeface="Barlow SemiBold"/>
              </a:defRPr>
            </a:lvl2pPr>
            <a:lvl3pPr lvl="2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Barlow SemiBold"/>
              <a:buNone/>
              <a:defRPr sz="3000">
                <a:solidFill>
                  <a:schemeClr val="lt1"/>
                </a:solidFill>
                <a:latin typeface="Barlow SemiBold"/>
                <a:ea typeface="Barlow SemiBold"/>
                <a:cs typeface="Barlow SemiBold"/>
                <a:sym typeface="Barlow SemiBold"/>
              </a:defRPr>
            </a:lvl3pPr>
            <a:lvl4pPr lvl="3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Barlow SemiBold"/>
              <a:buNone/>
              <a:defRPr sz="3000">
                <a:solidFill>
                  <a:schemeClr val="lt1"/>
                </a:solidFill>
                <a:latin typeface="Barlow SemiBold"/>
                <a:ea typeface="Barlow SemiBold"/>
                <a:cs typeface="Barlow SemiBold"/>
                <a:sym typeface="Barlow SemiBold"/>
              </a:defRPr>
            </a:lvl4pPr>
            <a:lvl5pPr lvl="4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Barlow SemiBold"/>
              <a:buNone/>
              <a:defRPr sz="3000">
                <a:solidFill>
                  <a:schemeClr val="lt1"/>
                </a:solidFill>
                <a:latin typeface="Barlow SemiBold"/>
                <a:ea typeface="Barlow SemiBold"/>
                <a:cs typeface="Barlow SemiBold"/>
                <a:sym typeface="Barlow SemiBold"/>
              </a:defRPr>
            </a:lvl5pPr>
            <a:lvl6pPr lvl="5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Barlow SemiBold"/>
              <a:buNone/>
              <a:defRPr sz="3000">
                <a:solidFill>
                  <a:schemeClr val="lt1"/>
                </a:solidFill>
                <a:latin typeface="Barlow SemiBold"/>
                <a:ea typeface="Barlow SemiBold"/>
                <a:cs typeface="Barlow SemiBold"/>
                <a:sym typeface="Barlow SemiBold"/>
              </a:defRPr>
            </a:lvl6pPr>
            <a:lvl7pPr lvl="6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Barlow SemiBold"/>
              <a:buNone/>
              <a:defRPr sz="3000">
                <a:solidFill>
                  <a:schemeClr val="lt1"/>
                </a:solidFill>
                <a:latin typeface="Barlow SemiBold"/>
                <a:ea typeface="Barlow SemiBold"/>
                <a:cs typeface="Barlow SemiBold"/>
                <a:sym typeface="Barlow SemiBold"/>
              </a:defRPr>
            </a:lvl7pPr>
            <a:lvl8pPr lvl="7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Barlow SemiBold"/>
              <a:buNone/>
              <a:defRPr sz="3000">
                <a:solidFill>
                  <a:schemeClr val="lt1"/>
                </a:solidFill>
                <a:latin typeface="Barlow SemiBold"/>
                <a:ea typeface="Barlow SemiBold"/>
                <a:cs typeface="Barlow SemiBold"/>
                <a:sym typeface="Barlow SemiBold"/>
              </a:defRPr>
            </a:lvl8pPr>
            <a:lvl9pPr lvl="8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Barlow SemiBold"/>
              <a:buNone/>
              <a:defRPr sz="3000">
                <a:solidFill>
                  <a:schemeClr val="lt1"/>
                </a:solidFill>
                <a:latin typeface="Barlow SemiBold"/>
                <a:ea typeface="Barlow SemiBold"/>
                <a:cs typeface="Barlow SemiBold"/>
                <a:sym typeface="Barlow SemiBold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body" idx="1"/>
          </p:nvPr>
        </p:nvSpPr>
        <p:spPr>
          <a:xfrm>
            <a:off x="614975" y="1705175"/>
            <a:ext cx="6757800" cy="2826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81000" rtl="0"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Barlow Light"/>
              <a:buChar char="▸"/>
              <a:defRPr sz="2400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1pPr>
            <a:lvl2pPr marL="914400" lvl="1" indent="-381000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Barlow Light"/>
              <a:buChar char="▹"/>
              <a:defRPr sz="2400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2pPr>
            <a:lvl3pPr marL="1371600" lvl="2" indent="-381000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Barlow Light"/>
              <a:buChar char="■"/>
              <a:defRPr sz="2400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3pPr>
            <a:lvl4pPr marL="1828800" lvl="3" indent="-381000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Barlow Light"/>
              <a:buChar char="●"/>
              <a:defRPr sz="2400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4pPr>
            <a:lvl5pPr marL="2286000" lvl="4" indent="-381000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Barlow Light"/>
              <a:buChar char="○"/>
              <a:defRPr sz="2400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5pPr>
            <a:lvl6pPr marL="2743200" lvl="5" indent="-381000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Barlow Light"/>
              <a:buChar char="■"/>
              <a:defRPr sz="2400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6pPr>
            <a:lvl7pPr marL="3200400" lvl="6" indent="-381000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Barlow Light"/>
              <a:buChar char="●"/>
              <a:defRPr sz="2400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7pPr>
            <a:lvl8pPr marL="3657600" lvl="7" indent="-381000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Barlow Light"/>
              <a:buChar char="○"/>
              <a:defRPr sz="2400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8pPr>
            <a:lvl9pPr marL="4114800" lvl="8" indent="-381000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Barlow Light"/>
              <a:buChar char="■"/>
              <a:defRPr sz="2400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transition>
    <p:fade thruBlk="1"/>
  </p:transition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6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8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10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12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8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8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slidescarnival.com/?utm_source=template" TargetMode="External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0.xml"/><Relationship Id="rId4" Type="http://schemas.openxmlformats.org/officeDocument/2006/relationships/image" Target="../media/image1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4" name="Google Shape;154;p13"/>
          <p:cNvGrpSpPr/>
          <p:nvPr/>
        </p:nvGrpSpPr>
        <p:grpSpPr>
          <a:xfrm>
            <a:off x="8013742" y="4015142"/>
            <a:ext cx="600715" cy="600715"/>
            <a:chOff x="8762414" y="2939573"/>
            <a:chExt cx="457200" cy="457200"/>
          </a:xfrm>
        </p:grpSpPr>
        <p:sp>
          <p:nvSpPr>
            <p:cNvPr id="155" name="Google Shape;155;p13"/>
            <p:cNvSpPr/>
            <p:nvPr/>
          </p:nvSpPr>
          <p:spPr>
            <a:xfrm>
              <a:off x="9010064" y="3034823"/>
              <a:ext cx="209550" cy="66675"/>
            </a:xfrm>
            <a:custGeom>
              <a:avLst/>
              <a:gdLst/>
              <a:ahLst/>
              <a:cxnLst/>
              <a:rect l="l" t="t" r="r" b="b"/>
              <a:pathLst>
                <a:path w="209550" h="66675" extrusionOk="0">
                  <a:moveTo>
                    <a:pt x="200025" y="0"/>
                  </a:moveTo>
                  <a:lnTo>
                    <a:pt x="9525" y="0"/>
                  </a:lnTo>
                  <a:cubicBezTo>
                    <a:pt x="3810" y="0"/>
                    <a:pt x="0" y="3810"/>
                    <a:pt x="0" y="9525"/>
                  </a:cubicBezTo>
                  <a:lnTo>
                    <a:pt x="0" y="57150"/>
                  </a:lnTo>
                  <a:cubicBezTo>
                    <a:pt x="0" y="62865"/>
                    <a:pt x="3810" y="66675"/>
                    <a:pt x="9525" y="66675"/>
                  </a:cubicBezTo>
                  <a:lnTo>
                    <a:pt x="200025" y="66675"/>
                  </a:lnTo>
                  <a:cubicBezTo>
                    <a:pt x="205740" y="66675"/>
                    <a:pt x="209550" y="62865"/>
                    <a:pt x="209550" y="57150"/>
                  </a:cubicBezTo>
                  <a:lnTo>
                    <a:pt x="209550" y="9525"/>
                  </a:lnTo>
                  <a:cubicBezTo>
                    <a:pt x="209550" y="3810"/>
                    <a:pt x="205740" y="0"/>
                    <a:pt x="200025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  <a:effectLst>
              <a:outerShdw dist="19050" dir="5400000" algn="bl" rotWithShape="0">
                <a:schemeClr val="dk1">
                  <a:alpha val="20000"/>
                </a:scheme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6" name="Google Shape;156;p13"/>
            <p:cNvSpPr/>
            <p:nvPr/>
          </p:nvSpPr>
          <p:spPr>
            <a:xfrm>
              <a:off x="9029114" y="3120548"/>
              <a:ext cx="171450" cy="276225"/>
            </a:xfrm>
            <a:custGeom>
              <a:avLst/>
              <a:gdLst/>
              <a:ahLst/>
              <a:cxnLst/>
              <a:rect l="l" t="t" r="r" b="b"/>
              <a:pathLst>
                <a:path w="171450" h="276225" extrusionOk="0">
                  <a:moveTo>
                    <a:pt x="0" y="266700"/>
                  </a:moveTo>
                  <a:cubicBezTo>
                    <a:pt x="0" y="272415"/>
                    <a:pt x="3810" y="276225"/>
                    <a:pt x="9525" y="276225"/>
                  </a:cubicBezTo>
                  <a:lnTo>
                    <a:pt x="161925" y="276225"/>
                  </a:lnTo>
                  <a:cubicBezTo>
                    <a:pt x="167640" y="276225"/>
                    <a:pt x="171450" y="272415"/>
                    <a:pt x="171450" y="266700"/>
                  </a:cubicBezTo>
                  <a:lnTo>
                    <a:pt x="171450" y="0"/>
                  </a:lnTo>
                  <a:lnTo>
                    <a:pt x="0" y="0"/>
                  </a:lnTo>
                  <a:lnTo>
                    <a:pt x="0" y="266700"/>
                  </a:lnTo>
                  <a:close/>
                  <a:moveTo>
                    <a:pt x="28575" y="57150"/>
                  </a:moveTo>
                  <a:cubicBezTo>
                    <a:pt x="28575" y="51435"/>
                    <a:pt x="32385" y="47625"/>
                    <a:pt x="38100" y="47625"/>
                  </a:cubicBezTo>
                  <a:lnTo>
                    <a:pt x="133350" y="47625"/>
                  </a:lnTo>
                  <a:cubicBezTo>
                    <a:pt x="139065" y="47625"/>
                    <a:pt x="142875" y="51435"/>
                    <a:pt x="142875" y="57150"/>
                  </a:cubicBezTo>
                  <a:lnTo>
                    <a:pt x="142875" y="123825"/>
                  </a:lnTo>
                  <a:cubicBezTo>
                    <a:pt x="142875" y="129540"/>
                    <a:pt x="139065" y="133350"/>
                    <a:pt x="133350" y="133350"/>
                  </a:cubicBezTo>
                  <a:lnTo>
                    <a:pt x="38100" y="133350"/>
                  </a:lnTo>
                  <a:cubicBezTo>
                    <a:pt x="32385" y="133350"/>
                    <a:pt x="28575" y="129540"/>
                    <a:pt x="28575" y="123825"/>
                  </a:cubicBezTo>
                  <a:lnTo>
                    <a:pt x="28575" y="57150"/>
                  </a:lnTo>
                  <a:close/>
                  <a:moveTo>
                    <a:pt x="38100" y="161925"/>
                  </a:moveTo>
                  <a:lnTo>
                    <a:pt x="133350" y="161925"/>
                  </a:lnTo>
                  <a:cubicBezTo>
                    <a:pt x="139065" y="161925"/>
                    <a:pt x="142875" y="165735"/>
                    <a:pt x="142875" y="171450"/>
                  </a:cubicBezTo>
                  <a:cubicBezTo>
                    <a:pt x="142875" y="177165"/>
                    <a:pt x="139065" y="180975"/>
                    <a:pt x="133350" y="180975"/>
                  </a:cubicBezTo>
                  <a:lnTo>
                    <a:pt x="38100" y="180975"/>
                  </a:lnTo>
                  <a:cubicBezTo>
                    <a:pt x="32385" y="180975"/>
                    <a:pt x="28575" y="177165"/>
                    <a:pt x="28575" y="171450"/>
                  </a:cubicBezTo>
                  <a:cubicBezTo>
                    <a:pt x="28575" y="165735"/>
                    <a:pt x="32385" y="161925"/>
                    <a:pt x="38100" y="161925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  <a:effectLst>
              <a:outerShdw dist="19050" dir="5400000" algn="bl" rotWithShape="0">
                <a:schemeClr val="dk1">
                  <a:alpha val="20000"/>
                </a:scheme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7" name="Google Shape;157;p13"/>
            <p:cNvSpPr/>
            <p:nvPr/>
          </p:nvSpPr>
          <p:spPr>
            <a:xfrm>
              <a:off x="8762414" y="2939573"/>
              <a:ext cx="200025" cy="457200"/>
            </a:xfrm>
            <a:custGeom>
              <a:avLst/>
              <a:gdLst/>
              <a:ahLst/>
              <a:cxnLst/>
              <a:rect l="l" t="t" r="r" b="b"/>
              <a:pathLst>
                <a:path w="200025" h="457200" extrusionOk="0">
                  <a:moveTo>
                    <a:pt x="185738" y="76200"/>
                  </a:moveTo>
                  <a:lnTo>
                    <a:pt x="133350" y="76200"/>
                  </a:lnTo>
                  <a:lnTo>
                    <a:pt x="133350" y="28575"/>
                  </a:lnTo>
                  <a:lnTo>
                    <a:pt x="157163" y="28575"/>
                  </a:lnTo>
                  <a:cubicBezTo>
                    <a:pt x="164783" y="28575"/>
                    <a:pt x="171450" y="21908"/>
                    <a:pt x="171450" y="14288"/>
                  </a:cubicBezTo>
                  <a:cubicBezTo>
                    <a:pt x="171450" y="6668"/>
                    <a:pt x="164783" y="0"/>
                    <a:pt x="157163" y="0"/>
                  </a:cubicBezTo>
                  <a:lnTo>
                    <a:pt x="42863" y="0"/>
                  </a:lnTo>
                  <a:cubicBezTo>
                    <a:pt x="35243" y="0"/>
                    <a:pt x="28575" y="6668"/>
                    <a:pt x="28575" y="14288"/>
                  </a:cubicBezTo>
                  <a:cubicBezTo>
                    <a:pt x="28575" y="21908"/>
                    <a:pt x="35243" y="28575"/>
                    <a:pt x="42863" y="28575"/>
                  </a:cubicBezTo>
                  <a:lnTo>
                    <a:pt x="66675" y="28575"/>
                  </a:lnTo>
                  <a:lnTo>
                    <a:pt x="66675" y="76200"/>
                  </a:lnTo>
                  <a:lnTo>
                    <a:pt x="14288" y="76200"/>
                  </a:lnTo>
                  <a:cubicBezTo>
                    <a:pt x="6668" y="76200"/>
                    <a:pt x="0" y="82868"/>
                    <a:pt x="0" y="90488"/>
                  </a:cubicBezTo>
                  <a:cubicBezTo>
                    <a:pt x="0" y="98108"/>
                    <a:pt x="6668" y="104775"/>
                    <a:pt x="14288" y="104775"/>
                  </a:cubicBezTo>
                  <a:lnTo>
                    <a:pt x="47625" y="104775"/>
                  </a:lnTo>
                  <a:lnTo>
                    <a:pt x="47625" y="323850"/>
                  </a:lnTo>
                  <a:cubicBezTo>
                    <a:pt x="47625" y="334328"/>
                    <a:pt x="56198" y="342900"/>
                    <a:pt x="66675" y="342900"/>
                  </a:cubicBezTo>
                  <a:lnTo>
                    <a:pt x="66675" y="361950"/>
                  </a:lnTo>
                  <a:cubicBezTo>
                    <a:pt x="66675" y="367665"/>
                    <a:pt x="70485" y="371475"/>
                    <a:pt x="76200" y="371475"/>
                  </a:cubicBezTo>
                  <a:lnTo>
                    <a:pt x="85725" y="371475"/>
                  </a:lnTo>
                  <a:lnTo>
                    <a:pt x="85725" y="442913"/>
                  </a:lnTo>
                  <a:cubicBezTo>
                    <a:pt x="85725" y="450533"/>
                    <a:pt x="92393" y="457200"/>
                    <a:pt x="100013" y="457200"/>
                  </a:cubicBezTo>
                  <a:cubicBezTo>
                    <a:pt x="107633" y="457200"/>
                    <a:pt x="114300" y="450533"/>
                    <a:pt x="114300" y="442913"/>
                  </a:cubicBezTo>
                  <a:lnTo>
                    <a:pt x="114300" y="371475"/>
                  </a:lnTo>
                  <a:lnTo>
                    <a:pt x="123825" y="371475"/>
                  </a:lnTo>
                  <a:cubicBezTo>
                    <a:pt x="129540" y="371475"/>
                    <a:pt x="133350" y="367665"/>
                    <a:pt x="133350" y="361950"/>
                  </a:cubicBezTo>
                  <a:lnTo>
                    <a:pt x="133350" y="342900"/>
                  </a:lnTo>
                  <a:cubicBezTo>
                    <a:pt x="143828" y="342900"/>
                    <a:pt x="152400" y="334328"/>
                    <a:pt x="152400" y="323850"/>
                  </a:cubicBezTo>
                  <a:lnTo>
                    <a:pt x="152400" y="104775"/>
                  </a:lnTo>
                  <a:lnTo>
                    <a:pt x="185738" y="104775"/>
                  </a:lnTo>
                  <a:cubicBezTo>
                    <a:pt x="193358" y="104775"/>
                    <a:pt x="200025" y="98108"/>
                    <a:pt x="200025" y="90488"/>
                  </a:cubicBezTo>
                  <a:cubicBezTo>
                    <a:pt x="200025" y="82868"/>
                    <a:pt x="193358" y="76200"/>
                    <a:pt x="185738" y="76200"/>
                  </a:cubicBezTo>
                  <a:close/>
                  <a:moveTo>
                    <a:pt x="123825" y="247650"/>
                  </a:moveTo>
                  <a:lnTo>
                    <a:pt x="76200" y="247650"/>
                  </a:lnTo>
                  <a:lnTo>
                    <a:pt x="76200" y="123825"/>
                  </a:lnTo>
                  <a:lnTo>
                    <a:pt x="123825" y="123825"/>
                  </a:lnTo>
                  <a:lnTo>
                    <a:pt x="123825" y="24765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  <a:effectLst>
              <a:outerShdw dist="19050" dir="5400000" algn="bl" rotWithShape="0">
                <a:schemeClr val="dk1">
                  <a:alpha val="20000"/>
                </a:scheme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58" name="Google Shape;158;p13"/>
          <p:cNvSpPr txBox="1">
            <a:spLocks noGrp="1"/>
          </p:cNvSpPr>
          <p:nvPr>
            <p:ph type="ctrTitle"/>
          </p:nvPr>
        </p:nvSpPr>
        <p:spPr>
          <a:xfrm>
            <a:off x="614975" y="3124850"/>
            <a:ext cx="6058800" cy="15321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 dirty="0"/>
              <a:t>Standard chemoradiotherapy with concurrent and adjuvant </a:t>
            </a:r>
            <a:r>
              <a:rPr lang="en" sz="2400" dirty="0" err="1"/>
              <a:t>camrelizumab</a:t>
            </a:r>
            <a:r>
              <a:rPr lang="en" sz="2400" dirty="0"/>
              <a:t> in patients phase III trial</a:t>
            </a:r>
            <a:endParaRPr sz="2400" dirty="0"/>
          </a:p>
        </p:txBody>
      </p:sp>
      <p:sp>
        <p:nvSpPr>
          <p:cNvPr id="159" name="Google Shape;159;p13"/>
          <p:cNvSpPr txBox="1"/>
          <p:nvPr/>
        </p:nvSpPr>
        <p:spPr>
          <a:xfrm>
            <a:off x="5279125" y="4187450"/>
            <a:ext cx="2243100" cy="469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rPr>
              <a:t>By Chengyi and Renxiao </a:t>
            </a:r>
            <a:endParaRPr>
              <a:solidFill>
                <a:schemeClr val="lt1"/>
              </a:solidFill>
              <a:latin typeface="Barlow Light"/>
              <a:ea typeface="Barlow Light"/>
              <a:cs typeface="Barlow Light"/>
              <a:sym typeface="Barlow Light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p14"/>
          <p:cNvSpPr txBox="1">
            <a:spLocks noGrp="1"/>
          </p:cNvSpPr>
          <p:nvPr>
            <p:ph type="title"/>
          </p:nvPr>
        </p:nvSpPr>
        <p:spPr>
          <a:xfrm>
            <a:off x="688000" y="364050"/>
            <a:ext cx="6757800" cy="919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Data Exploration I</a:t>
            </a:r>
            <a:endParaRPr dirty="0"/>
          </a:p>
        </p:txBody>
      </p:sp>
      <p:sp>
        <p:nvSpPr>
          <p:cNvPr id="165" name="Google Shape;165;p14"/>
          <p:cNvSpPr txBox="1">
            <a:spLocks noGrp="1"/>
          </p:cNvSpPr>
          <p:nvPr>
            <p:ph type="sldNum" idx="12"/>
          </p:nvPr>
        </p:nvSpPr>
        <p:spPr>
          <a:xfrm>
            <a:off x="0" y="4762400"/>
            <a:ext cx="381000" cy="3864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2</a:t>
            </a:fld>
            <a:endParaRPr/>
          </a:p>
        </p:txBody>
      </p:sp>
      <p:grpSp>
        <p:nvGrpSpPr>
          <p:cNvPr id="166" name="Google Shape;166;p14"/>
          <p:cNvGrpSpPr/>
          <p:nvPr/>
        </p:nvGrpSpPr>
        <p:grpSpPr>
          <a:xfrm>
            <a:off x="8436324" y="288377"/>
            <a:ext cx="361474" cy="477145"/>
            <a:chOff x="4276825" y="487236"/>
            <a:chExt cx="317500" cy="419100"/>
          </a:xfrm>
        </p:grpSpPr>
        <p:sp>
          <p:nvSpPr>
            <p:cNvPr id="167" name="Google Shape;167;p14"/>
            <p:cNvSpPr/>
            <p:nvPr/>
          </p:nvSpPr>
          <p:spPr>
            <a:xfrm>
              <a:off x="4276825" y="706311"/>
              <a:ext cx="317500" cy="200025"/>
            </a:xfrm>
            <a:custGeom>
              <a:avLst/>
              <a:gdLst/>
              <a:ahLst/>
              <a:cxnLst/>
              <a:rect l="l" t="t" r="r" b="b"/>
              <a:pathLst>
                <a:path w="317500" h="200025" extrusionOk="0">
                  <a:moveTo>
                    <a:pt x="233456" y="11968"/>
                  </a:moveTo>
                  <a:lnTo>
                    <a:pt x="233456" y="77950"/>
                  </a:lnTo>
                  <a:cubicBezTo>
                    <a:pt x="248043" y="83210"/>
                    <a:pt x="255687" y="99537"/>
                    <a:pt x="250530" y="114415"/>
                  </a:cubicBezTo>
                  <a:cubicBezTo>
                    <a:pt x="245372" y="129294"/>
                    <a:pt x="229367" y="137092"/>
                    <a:pt x="214779" y="131832"/>
                  </a:cubicBezTo>
                  <a:cubicBezTo>
                    <a:pt x="200192" y="126571"/>
                    <a:pt x="192548" y="110244"/>
                    <a:pt x="197705" y="95365"/>
                  </a:cubicBezTo>
                  <a:cubicBezTo>
                    <a:pt x="200526" y="87228"/>
                    <a:pt x="206802" y="80827"/>
                    <a:pt x="214779" y="77950"/>
                  </a:cubicBezTo>
                  <a:lnTo>
                    <a:pt x="214779" y="5296"/>
                  </a:lnTo>
                  <a:cubicBezTo>
                    <a:pt x="202620" y="1818"/>
                    <a:pt x="190055" y="37"/>
                    <a:pt x="177426" y="0"/>
                  </a:cubicBezTo>
                  <a:lnTo>
                    <a:pt x="140074" y="0"/>
                  </a:lnTo>
                  <a:cubicBezTo>
                    <a:pt x="127445" y="37"/>
                    <a:pt x="114880" y="1818"/>
                    <a:pt x="102721" y="5296"/>
                  </a:cubicBezTo>
                  <a:lnTo>
                    <a:pt x="102721" y="76200"/>
                  </a:lnTo>
                  <a:lnTo>
                    <a:pt x="112075" y="76200"/>
                  </a:lnTo>
                  <a:cubicBezTo>
                    <a:pt x="132695" y="76200"/>
                    <a:pt x="149412" y="93251"/>
                    <a:pt x="149412" y="114283"/>
                  </a:cubicBezTo>
                  <a:cubicBezTo>
                    <a:pt x="149412" y="114284"/>
                    <a:pt x="149412" y="114284"/>
                    <a:pt x="149412" y="114284"/>
                  </a:cubicBezTo>
                  <a:lnTo>
                    <a:pt x="149412" y="171450"/>
                  </a:lnTo>
                  <a:cubicBezTo>
                    <a:pt x="149412" y="176711"/>
                    <a:pt x="145231" y="180975"/>
                    <a:pt x="140074" y="180975"/>
                  </a:cubicBezTo>
                  <a:lnTo>
                    <a:pt x="121397" y="180975"/>
                  </a:lnTo>
                  <a:cubicBezTo>
                    <a:pt x="116240" y="180975"/>
                    <a:pt x="112059" y="176711"/>
                    <a:pt x="112059" y="171450"/>
                  </a:cubicBezTo>
                  <a:cubicBezTo>
                    <a:pt x="112059" y="166189"/>
                    <a:pt x="116240" y="161925"/>
                    <a:pt x="121397" y="161925"/>
                  </a:cubicBezTo>
                  <a:lnTo>
                    <a:pt x="130797" y="161925"/>
                  </a:lnTo>
                  <a:lnTo>
                    <a:pt x="130797" y="114300"/>
                  </a:lnTo>
                  <a:cubicBezTo>
                    <a:pt x="130798" y="103780"/>
                    <a:pt x="122437" y="95251"/>
                    <a:pt x="112123" y="95250"/>
                  </a:cubicBezTo>
                  <a:cubicBezTo>
                    <a:pt x="112122" y="95250"/>
                    <a:pt x="112121" y="95250"/>
                    <a:pt x="112120" y="95250"/>
                  </a:cubicBezTo>
                  <a:lnTo>
                    <a:pt x="74690" y="95250"/>
                  </a:lnTo>
                  <a:cubicBezTo>
                    <a:pt x="64362" y="95280"/>
                    <a:pt x="55997" y="103813"/>
                    <a:pt x="55968" y="114348"/>
                  </a:cubicBezTo>
                  <a:lnTo>
                    <a:pt x="55968" y="161925"/>
                  </a:lnTo>
                  <a:lnTo>
                    <a:pt x="65368" y="161925"/>
                  </a:lnTo>
                  <a:cubicBezTo>
                    <a:pt x="70525" y="161925"/>
                    <a:pt x="74706" y="166189"/>
                    <a:pt x="74706" y="171450"/>
                  </a:cubicBezTo>
                  <a:cubicBezTo>
                    <a:pt x="74706" y="176711"/>
                    <a:pt x="70525" y="180975"/>
                    <a:pt x="65368" y="180975"/>
                  </a:cubicBezTo>
                  <a:lnTo>
                    <a:pt x="46691" y="180975"/>
                  </a:lnTo>
                  <a:cubicBezTo>
                    <a:pt x="41534" y="180975"/>
                    <a:pt x="37353" y="176711"/>
                    <a:pt x="37353" y="171450"/>
                  </a:cubicBezTo>
                  <a:lnTo>
                    <a:pt x="37353" y="114300"/>
                  </a:lnTo>
                  <a:cubicBezTo>
                    <a:pt x="37353" y="93258"/>
                    <a:pt x="54075" y="76200"/>
                    <a:pt x="74704" y="76200"/>
                  </a:cubicBezTo>
                  <a:cubicBezTo>
                    <a:pt x="74705" y="76200"/>
                    <a:pt x="74705" y="76200"/>
                    <a:pt x="74706" y="76200"/>
                  </a:cubicBezTo>
                  <a:lnTo>
                    <a:pt x="84044" y="76200"/>
                  </a:lnTo>
                  <a:lnTo>
                    <a:pt x="84044" y="11968"/>
                  </a:lnTo>
                  <a:cubicBezTo>
                    <a:pt x="33006" y="34681"/>
                    <a:pt x="9" y="86077"/>
                    <a:pt x="0" y="142875"/>
                  </a:cubicBezTo>
                  <a:lnTo>
                    <a:pt x="0" y="200025"/>
                  </a:lnTo>
                  <a:lnTo>
                    <a:pt x="317500" y="200025"/>
                  </a:lnTo>
                  <a:lnTo>
                    <a:pt x="317500" y="142875"/>
                  </a:lnTo>
                  <a:cubicBezTo>
                    <a:pt x="317491" y="86077"/>
                    <a:pt x="284493" y="34681"/>
                    <a:pt x="233456" y="11968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  <a:effectLst>
              <a:outerShdw dist="19050" dir="5400000" algn="bl" rotWithShape="0">
                <a:schemeClr val="dk1">
                  <a:alpha val="15000"/>
                </a:scheme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8" name="Google Shape;168;p14"/>
            <p:cNvSpPr/>
            <p:nvPr/>
          </p:nvSpPr>
          <p:spPr>
            <a:xfrm>
              <a:off x="4342192" y="487236"/>
              <a:ext cx="186764" cy="190500"/>
            </a:xfrm>
            <a:custGeom>
              <a:avLst/>
              <a:gdLst/>
              <a:ahLst/>
              <a:cxnLst/>
              <a:rect l="l" t="t" r="r" b="b"/>
              <a:pathLst>
                <a:path w="186764" h="190500" extrusionOk="0">
                  <a:moveTo>
                    <a:pt x="186765" y="95250"/>
                  </a:moveTo>
                  <a:cubicBezTo>
                    <a:pt x="186765" y="147855"/>
                    <a:pt x="144956" y="190500"/>
                    <a:pt x="93382" y="190500"/>
                  </a:cubicBezTo>
                  <a:cubicBezTo>
                    <a:pt x="41809" y="190500"/>
                    <a:pt x="0" y="147855"/>
                    <a:pt x="0" y="95250"/>
                  </a:cubicBezTo>
                  <a:cubicBezTo>
                    <a:pt x="0" y="42645"/>
                    <a:pt x="41809" y="0"/>
                    <a:pt x="93382" y="0"/>
                  </a:cubicBezTo>
                  <a:cubicBezTo>
                    <a:pt x="144956" y="0"/>
                    <a:pt x="186765" y="42645"/>
                    <a:pt x="186765" y="9525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  <a:effectLst>
              <a:outerShdw dist="19050" dir="5400000" algn="bl" rotWithShape="0">
                <a:schemeClr val="dk1">
                  <a:alpha val="15000"/>
                </a:scheme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pic>
        <p:nvPicPr>
          <p:cNvPr id="169" name="Google Shape;169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182302" y="1623904"/>
            <a:ext cx="4779396" cy="293219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F2389B-548A-B761-B507-00CB9CD4A8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" dirty="0"/>
              <a:t>Data Exploration II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7EC117E-33F1-6C58-2367-C1762E7B5FD2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3</a:t>
            </a:fld>
            <a:endParaRPr lang="en"/>
          </a:p>
        </p:txBody>
      </p:sp>
      <p:pic>
        <p:nvPicPr>
          <p:cNvPr id="5" name="Google Shape;170;p14">
            <a:extLst>
              <a:ext uri="{FF2B5EF4-FFF2-40B4-BE49-F238E27FC236}">
                <a16:creationId xmlns:a16="http://schemas.microsoft.com/office/drawing/2014/main" id="{A70A9648-5EF9-0731-95ED-7AF03557CFE5}"/>
              </a:ext>
            </a:extLst>
          </p:cNvPr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2099722" y="1472840"/>
            <a:ext cx="4944556" cy="3218429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17548264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15"/>
          <p:cNvSpPr txBox="1">
            <a:spLocks noGrp="1"/>
          </p:cNvSpPr>
          <p:nvPr>
            <p:ph type="title"/>
          </p:nvPr>
        </p:nvSpPr>
        <p:spPr>
          <a:xfrm>
            <a:off x="614975" y="391350"/>
            <a:ext cx="6757800" cy="919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Data Exploration III</a:t>
            </a:r>
            <a:endParaRPr dirty="0"/>
          </a:p>
        </p:txBody>
      </p:sp>
      <p:sp>
        <p:nvSpPr>
          <p:cNvPr id="176" name="Google Shape;176;p15"/>
          <p:cNvSpPr txBox="1">
            <a:spLocks noGrp="1"/>
          </p:cNvSpPr>
          <p:nvPr>
            <p:ph type="sldNum" idx="12"/>
          </p:nvPr>
        </p:nvSpPr>
        <p:spPr>
          <a:xfrm>
            <a:off x="0" y="4762400"/>
            <a:ext cx="381000" cy="3864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4</a:t>
            </a:fld>
            <a:endParaRPr/>
          </a:p>
        </p:txBody>
      </p:sp>
      <p:pic>
        <p:nvPicPr>
          <p:cNvPr id="177" name="Google Shape;177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110675" y="1556675"/>
            <a:ext cx="5262088" cy="32474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p16"/>
          <p:cNvSpPr txBox="1">
            <a:spLocks noGrp="1"/>
          </p:cNvSpPr>
          <p:nvPr>
            <p:ph type="title"/>
          </p:nvPr>
        </p:nvSpPr>
        <p:spPr>
          <a:xfrm>
            <a:off x="614975" y="391350"/>
            <a:ext cx="6757800" cy="919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Data Analysis</a:t>
            </a:r>
            <a:endParaRPr/>
          </a:p>
        </p:txBody>
      </p:sp>
      <p:sp>
        <p:nvSpPr>
          <p:cNvPr id="183" name="Google Shape;183;p16"/>
          <p:cNvSpPr txBox="1">
            <a:spLocks noGrp="1"/>
          </p:cNvSpPr>
          <p:nvPr>
            <p:ph type="sldNum" idx="12"/>
          </p:nvPr>
        </p:nvSpPr>
        <p:spPr>
          <a:xfrm>
            <a:off x="0" y="4762400"/>
            <a:ext cx="381000" cy="3864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5</a:t>
            </a:fld>
            <a:endParaRPr/>
          </a:p>
        </p:txBody>
      </p:sp>
      <p:pic>
        <p:nvPicPr>
          <p:cNvPr id="184" name="Google Shape;184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14975" y="1679725"/>
            <a:ext cx="4280450" cy="2641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5" name="Google Shape;185;p1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025225" y="1804925"/>
            <a:ext cx="4118776" cy="26416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p17"/>
          <p:cNvSpPr txBox="1">
            <a:spLocks noGrp="1"/>
          </p:cNvSpPr>
          <p:nvPr>
            <p:ph type="title"/>
          </p:nvPr>
        </p:nvSpPr>
        <p:spPr>
          <a:xfrm>
            <a:off x="614975" y="391350"/>
            <a:ext cx="6757800" cy="919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Kaplan–Meier Curves</a:t>
            </a:r>
            <a:endParaRPr/>
          </a:p>
        </p:txBody>
      </p:sp>
      <p:sp>
        <p:nvSpPr>
          <p:cNvPr id="191" name="Google Shape;191;p17"/>
          <p:cNvSpPr txBox="1">
            <a:spLocks noGrp="1"/>
          </p:cNvSpPr>
          <p:nvPr>
            <p:ph type="sldNum" idx="12"/>
          </p:nvPr>
        </p:nvSpPr>
        <p:spPr>
          <a:xfrm>
            <a:off x="0" y="4762400"/>
            <a:ext cx="381000" cy="3864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6</a:t>
            </a:fld>
            <a:endParaRPr/>
          </a:p>
        </p:txBody>
      </p:sp>
      <p:pic>
        <p:nvPicPr>
          <p:cNvPr id="192" name="Google Shape;192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58350" y="1782274"/>
            <a:ext cx="4065051" cy="25087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93" name="Google Shape;193;p1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895249" y="1782275"/>
            <a:ext cx="4065075" cy="250873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p18"/>
          <p:cNvSpPr txBox="1">
            <a:spLocks noGrp="1"/>
          </p:cNvSpPr>
          <p:nvPr>
            <p:ph type="title"/>
          </p:nvPr>
        </p:nvSpPr>
        <p:spPr>
          <a:xfrm>
            <a:off x="614975" y="391350"/>
            <a:ext cx="6757800" cy="919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Kaplan–Meier Curves</a:t>
            </a:r>
            <a:endParaRPr/>
          </a:p>
        </p:txBody>
      </p:sp>
      <p:sp>
        <p:nvSpPr>
          <p:cNvPr id="199" name="Google Shape;199;p18"/>
          <p:cNvSpPr txBox="1">
            <a:spLocks noGrp="1"/>
          </p:cNvSpPr>
          <p:nvPr>
            <p:ph type="sldNum" idx="12"/>
          </p:nvPr>
        </p:nvSpPr>
        <p:spPr>
          <a:xfrm>
            <a:off x="0" y="4762400"/>
            <a:ext cx="381000" cy="3864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7</a:t>
            </a:fld>
            <a:endParaRPr/>
          </a:p>
        </p:txBody>
      </p:sp>
      <p:pic>
        <p:nvPicPr>
          <p:cNvPr id="200" name="Google Shape;200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81000" y="1724100"/>
            <a:ext cx="4208599" cy="25973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01" name="Google Shape;201;p1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794149" y="1681800"/>
            <a:ext cx="4176576" cy="257754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p19"/>
          <p:cNvSpPr txBox="1">
            <a:spLocks noGrp="1"/>
          </p:cNvSpPr>
          <p:nvPr>
            <p:ph type="title"/>
          </p:nvPr>
        </p:nvSpPr>
        <p:spPr>
          <a:xfrm>
            <a:off x="614975" y="391350"/>
            <a:ext cx="6757800" cy="919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Swimpool plot</a:t>
            </a:r>
            <a:endParaRPr/>
          </a:p>
        </p:txBody>
      </p:sp>
      <p:sp>
        <p:nvSpPr>
          <p:cNvPr id="207" name="Google Shape;207;p19"/>
          <p:cNvSpPr txBox="1">
            <a:spLocks noGrp="1"/>
          </p:cNvSpPr>
          <p:nvPr>
            <p:ph type="sldNum" idx="12"/>
          </p:nvPr>
        </p:nvSpPr>
        <p:spPr>
          <a:xfrm>
            <a:off x="0" y="4762400"/>
            <a:ext cx="381000" cy="3864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8</a:t>
            </a:fld>
            <a:endParaRPr/>
          </a:p>
        </p:txBody>
      </p:sp>
      <p:pic>
        <p:nvPicPr>
          <p:cNvPr id="208" name="Google Shape;208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48324" y="1591075"/>
            <a:ext cx="4153601" cy="25633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09" name="Google Shape;209;p1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789924" y="1591075"/>
            <a:ext cx="4153601" cy="25633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p20"/>
          <p:cNvSpPr txBox="1">
            <a:spLocks noGrp="1"/>
          </p:cNvSpPr>
          <p:nvPr>
            <p:ph type="title"/>
          </p:nvPr>
        </p:nvSpPr>
        <p:spPr>
          <a:xfrm>
            <a:off x="614975" y="391350"/>
            <a:ext cx="6757800" cy="919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Other Statistics</a:t>
            </a:r>
            <a:endParaRPr/>
          </a:p>
        </p:txBody>
      </p:sp>
      <p:graphicFrame>
        <p:nvGraphicFramePr>
          <p:cNvPr id="215" name="Google Shape;215;p20"/>
          <p:cNvGraphicFramePr/>
          <p:nvPr>
            <p:extLst>
              <p:ext uri="{D42A27DB-BD31-4B8C-83A1-F6EECF244321}">
                <p14:modId xmlns:p14="http://schemas.microsoft.com/office/powerpoint/2010/main" val="153692123"/>
              </p:ext>
            </p:extLst>
          </p:nvPr>
        </p:nvGraphicFramePr>
        <p:xfrm>
          <a:off x="1246900" y="1788331"/>
          <a:ext cx="6991800" cy="2399840"/>
        </p:xfrm>
        <a:graphic>
          <a:graphicData uri="http://schemas.openxmlformats.org/drawingml/2006/table">
            <a:tbl>
              <a:tblPr>
                <a:noFill/>
                <a:tableStyleId>{57AD33DF-28B9-4D0D-A982-224E648724E7}</a:tableStyleId>
              </a:tblPr>
              <a:tblGrid>
                <a:gridCol w="17479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479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7479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7479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6625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chemeClr val="accent2"/>
                        </a:solidFill>
                        <a:latin typeface="Barlow"/>
                        <a:ea typeface="Barlow"/>
                        <a:cs typeface="Barlow"/>
                        <a:sym typeface="Barlow"/>
                      </a:endParaRPr>
                    </a:p>
                  </a:txBody>
                  <a:tcPr marL="91425" marR="91425" marT="68575" marB="68575" anchor="ctr">
                    <a:lnL w="9525" cap="flat" cmpd="sng">
                      <a:solidFill>
                        <a:schemeClr val="accent6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accent6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accent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accent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solidFill>
                            <a:schemeClr val="accent2"/>
                          </a:solidFill>
                          <a:latin typeface="Barlow"/>
                          <a:ea typeface="Barlow"/>
                          <a:cs typeface="Barlow"/>
                          <a:sym typeface="Barlow"/>
                        </a:rPr>
                        <a:t>Objective Response Rate</a:t>
                      </a:r>
                      <a:endParaRPr sz="1100">
                        <a:solidFill>
                          <a:schemeClr val="accent2"/>
                        </a:solidFill>
                        <a:latin typeface="Barlow"/>
                        <a:ea typeface="Barlow"/>
                        <a:cs typeface="Barlow"/>
                        <a:sym typeface="Barlow"/>
                      </a:endParaRPr>
                    </a:p>
                  </a:txBody>
                  <a:tcPr marL="91425" marR="91425" marT="68575" marB="68575" anchor="ctr">
                    <a:lnL w="9525" cap="flat" cmpd="sng">
                      <a:solidFill>
                        <a:schemeClr val="accent6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accent6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accent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accent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solidFill>
                            <a:schemeClr val="accent2"/>
                          </a:solidFill>
                          <a:latin typeface="Barlow"/>
                          <a:ea typeface="Barlow"/>
                          <a:cs typeface="Barlow"/>
                          <a:sym typeface="Barlow"/>
                        </a:rPr>
                        <a:t>Median pfs</a:t>
                      </a:r>
                      <a:endParaRPr sz="1100">
                        <a:solidFill>
                          <a:schemeClr val="accent2"/>
                        </a:solidFill>
                        <a:latin typeface="Barlow"/>
                        <a:ea typeface="Barlow"/>
                        <a:cs typeface="Barlow"/>
                        <a:sym typeface="Barlow"/>
                      </a:endParaRPr>
                    </a:p>
                  </a:txBody>
                  <a:tcPr marL="91425" marR="91425" marT="68575" marB="68575" anchor="ctr">
                    <a:lnL w="9525" cap="flat" cmpd="sng">
                      <a:solidFill>
                        <a:schemeClr val="accent6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accent6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accent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accent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solidFill>
                            <a:schemeClr val="accent2"/>
                          </a:solidFill>
                          <a:latin typeface="Barlow"/>
                          <a:ea typeface="Barlow"/>
                          <a:cs typeface="Barlow"/>
                          <a:sym typeface="Barlow"/>
                        </a:rPr>
                        <a:t>Duration of response</a:t>
                      </a:r>
                      <a:endParaRPr sz="1100">
                        <a:solidFill>
                          <a:schemeClr val="accent2"/>
                        </a:solidFill>
                        <a:latin typeface="Barlow"/>
                        <a:ea typeface="Barlow"/>
                        <a:cs typeface="Barlow"/>
                        <a:sym typeface="Barlow"/>
                      </a:endParaRPr>
                    </a:p>
                  </a:txBody>
                  <a:tcPr marL="91425" marR="91425" marT="68575" marB="68575" anchor="ctr">
                    <a:lnL w="9525" cap="flat" cmpd="sng">
                      <a:solidFill>
                        <a:schemeClr val="accent6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accent6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accent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accent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62500">
                <a:tc>
                  <a:txBody>
                    <a:bodyPr/>
                    <a:lstStyle/>
                    <a:p>
                      <a:pPr marL="0" marR="0" lvl="0" indent="0" algn="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sz="1100" dirty="0" err="1">
                          <a:solidFill>
                            <a:schemeClr val="accent2"/>
                          </a:solidFill>
                          <a:latin typeface="Barlow"/>
                          <a:ea typeface="Barlow"/>
                          <a:cs typeface="Barlow"/>
                          <a:sym typeface="Barlow"/>
                        </a:rPr>
                        <a:t>Camrelizumab</a:t>
                      </a:r>
                      <a:r>
                        <a:rPr lang="en-US" sz="1100" dirty="0">
                          <a:solidFill>
                            <a:schemeClr val="accent2"/>
                          </a:solidFill>
                          <a:latin typeface="Barlow"/>
                          <a:ea typeface="Barlow"/>
                          <a:cs typeface="Barlow"/>
                          <a:sym typeface="Barlow"/>
                        </a:rPr>
                        <a:t> group</a:t>
                      </a:r>
                    </a:p>
                    <a:p>
                      <a:pPr marL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n" sz="1100" dirty="0">
                        <a:solidFill>
                          <a:schemeClr val="accent2"/>
                        </a:solidFill>
                        <a:latin typeface="Barlow"/>
                        <a:ea typeface="Barlow"/>
                        <a:cs typeface="Barlow"/>
                        <a:sym typeface="Barlow"/>
                      </a:endParaRPr>
                    </a:p>
                  </a:txBody>
                  <a:tcPr marL="91425" marR="91425" marT="68575" marB="68575" anchor="ctr">
                    <a:lnL w="9525" cap="flat" cmpd="sng">
                      <a:solidFill>
                        <a:schemeClr val="accent6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accent6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accent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accent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400">
                          <a:solidFill>
                            <a:schemeClr val="dk1"/>
                          </a:solidFill>
                          <a:latin typeface="Barlow"/>
                          <a:ea typeface="Barlow"/>
                          <a:cs typeface="Barlow"/>
                          <a:sym typeface="Barlow"/>
                        </a:rPr>
                        <a:t>71.65%</a:t>
                      </a:r>
                      <a:endParaRPr sz="2400">
                        <a:solidFill>
                          <a:schemeClr val="dk1"/>
                        </a:solidFill>
                        <a:latin typeface="Barlow"/>
                        <a:ea typeface="Barlow"/>
                        <a:cs typeface="Barlow"/>
                        <a:sym typeface="Barlow"/>
                      </a:endParaRPr>
                    </a:p>
                  </a:txBody>
                  <a:tcPr marL="91425" marR="91425" marT="68575" marB="68575" anchor="ctr">
                    <a:lnL w="9525" cap="flat" cmpd="sng">
                      <a:solidFill>
                        <a:schemeClr val="accent6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accent6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accent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accent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400">
                          <a:solidFill>
                            <a:schemeClr val="dk1"/>
                          </a:solidFill>
                          <a:latin typeface="Barlow"/>
                          <a:ea typeface="Barlow"/>
                          <a:cs typeface="Barlow"/>
                          <a:sym typeface="Barlow"/>
                        </a:rPr>
                        <a:t>38.97 months</a:t>
                      </a:r>
                      <a:endParaRPr sz="2400">
                        <a:solidFill>
                          <a:schemeClr val="dk1"/>
                        </a:solidFill>
                        <a:latin typeface="Barlow"/>
                        <a:ea typeface="Barlow"/>
                        <a:cs typeface="Barlow"/>
                        <a:sym typeface="Barlow"/>
                      </a:endParaRPr>
                    </a:p>
                  </a:txBody>
                  <a:tcPr marL="91425" marR="91425" marT="68575" marB="68575" anchor="ctr">
                    <a:lnL w="9525" cap="flat" cmpd="sng">
                      <a:solidFill>
                        <a:schemeClr val="accent6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accent6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accent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accent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400">
                          <a:solidFill>
                            <a:schemeClr val="dk1"/>
                          </a:solidFill>
                          <a:latin typeface="Barlow"/>
                          <a:ea typeface="Barlow"/>
                          <a:cs typeface="Barlow"/>
                          <a:sym typeface="Barlow"/>
                        </a:rPr>
                        <a:t>38.93 months</a:t>
                      </a:r>
                      <a:endParaRPr sz="2400">
                        <a:solidFill>
                          <a:schemeClr val="dk1"/>
                        </a:solidFill>
                        <a:latin typeface="Barlow"/>
                        <a:ea typeface="Barlow"/>
                        <a:cs typeface="Barlow"/>
                        <a:sym typeface="Barlow"/>
                      </a:endParaRPr>
                    </a:p>
                  </a:txBody>
                  <a:tcPr marL="91425" marR="91425" marT="68575" marB="68575" anchor="ctr">
                    <a:lnL w="9525" cap="flat" cmpd="sng">
                      <a:solidFill>
                        <a:schemeClr val="accent6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accent6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accent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accent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62500">
                <a:tc>
                  <a:txBody>
                    <a:bodyPr/>
                    <a:lstStyle/>
                    <a:p>
                      <a:pPr marL="0" marR="0" lvl="0" indent="0" algn="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sz="1100" dirty="0">
                          <a:solidFill>
                            <a:schemeClr val="accent2"/>
                          </a:solidFill>
                          <a:latin typeface="Barlow"/>
                          <a:ea typeface="Barlow"/>
                          <a:cs typeface="Barlow"/>
                          <a:sym typeface="Barlow"/>
                        </a:rPr>
                        <a:t>Standard therapy group</a:t>
                      </a:r>
                      <a:r>
                        <a:rPr lang="en" sz="1100" dirty="0">
                          <a:solidFill>
                            <a:schemeClr val="accent2"/>
                          </a:solidFill>
                          <a:latin typeface="Barlow"/>
                          <a:ea typeface="Barlow"/>
                          <a:cs typeface="Barlow"/>
                          <a:sym typeface="Barlow"/>
                        </a:rPr>
                        <a:t>	</a:t>
                      </a:r>
                      <a:endParaRPr sz="1100" dirty="0">
                        <a:solidFill>
                          <a:schemeClr val="accent2"/>
                        </a:solidFill>
                        <a:latin typeface="Barlow"/>
                        <a:ea typeface="Barlow"/>
                        <a:cs typeface="Barlow"/>
                        <a:sym typeface="Barlow"/>
                      </a:endParaRPr>
                    </a:p>
                    <a:p>
                      <a:pPr marL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100" dirty="0">
                        <a:solidFill>
                          <a:schemeClr val="accent2"/>
                        </a:solidFill>
                        <a:latin typeface="Barlow"/>
                        <a:ea typeface="Barlow"/>
                        <a:cs typeface="Barlow"/>
                        <a:sym typeface="Barlow"/>
                      </a:endParaRPr>
                    </a:p>
                  </a:txBody>
                  <a:tcPr marL="91425" marR="91425" marT="68575" marB="68575" anchor="ctr">
                    <a:lnL w="9525" cap="flat" cmpd="sng">
                      <a:solidFill>
                        <a:schemeClr val="accent6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accent6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accent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accent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400">
                          <a:solidFill>
                            <a:schemeClr val="dk1"/>
                          </a:solidFill>
                          <a:latin typeface="Barlow"/>
                          <a:ea typeface="Barlow"/>
                          <a:cs typeface="Barlow"/>
                          <a:sym typeface="Barlow"/>
                        </a:rPr>
                        <a:t>68.37%</a:t>
                      </a:r>
                      <a:endParaRPr sz="2400">
                        <a:solidFill>
                          <a:schemeClr val="dk1"/>
                        </a:solidFill>
                        <a:latin typeface="Barlow"/>
                        <a:ea typeface="Barlow"/>
                        <a:cs typeface="Barlow"/>
                        <a:sym typeface="Barlow"/>
                      </a:endParaRPr>
                    </a:p>
                  </a:txBody>
                  <a:tcPr marL="91425" marR="91425" marT="68575" marB="68575" anchor="ctr">
                    <a:lnL w="9525" cap="flat" cmpd="sng">
                      <a:solidFill>
                        <a:schemeClr val="accent6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accent6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accent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accent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400">
                          <a:solidFill>
                            <a:schemeClr val="dk1"/>
                          </a:solidFill>
                          <a:latin typeface="Barlow"/>
                          <a:ea typeface="Barlow"/>
                          <a:cs typeface="Barlow"/>
                          <a:sym typeface="Barlow"/>
                        </a:rPr>
                        <a:t>37.27 months</a:t>
                      </a:r>
                      <a:endParaRPr sz="2400">
                        <a:solidFill>
                          <a:schemeClr val="dk1"/>
                        </a:solidFill>
                        <a:latin typeface="Barlow"/>
                        <a:ea typeface="Barlow"/>
                        <a:cs typeface="Barlow"/>
                        <a:sym typeface="Barlow"/>
                      </a:endParaRPr>
                    </a:p>
                  </a:txBody>
                  <a:tcPr marL="91425" marR="91425" marT="68575" marB="68575" anchor="ctr">
                    <a:lnL w="9525" cap="flat" cmpd="sng">
                      <a:solidFill>
                        <a:schemeClr val="accent6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accent6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accent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accent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400" dirty="0">
                          <a:solidFill>
                            <a:schemeClr val="dk1"/>
                          </a:solidFill>
                          <a:latin typeface="Barlow"/>
                          <a:ea typeface="Barlow"/>
                          <a:cs typeface="Barlow"/>
                          <a:sym typeface="Barlow"/>
                        </a:rPr>
                        <a:t>37.95 months</a:t>
                      </a:r>
                      <a:endParaRPr sz="2400" dirty="0">
                        <a:solidFill>
                          <a:schemeClr val="dk1"/>
                        </a:solidFill>
                        <a:latin typeface="Barlow"/>
                        <a:ea typeface="Barlow"/>
                        <a:cs typeface="Barlow"/>
                        <a:sym typeface="Barlow"/>
                      </a:endParaRPr>
                    </a:p>
                  </a:txBody>
                  <a:tcPr marL="91425" marR="91425" marT="68575" marB="68575" anchor="ctr">
                    <a:lnL w="9525" cap="flat" cmpd="sng">
                      <a:solidFill>
                        <a:schemeClr val="accent6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accent6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accent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accent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216" name="Google Shape;216;p20"/>
          <p:cNvSpPr txBox="1">
            <a:spLocks noGrp="1"/>
          </p:cNvSpPr>
          <p:nvPr>
            <p:ph type="sldNum" idx="12"/>
          </p:nvPr>
        </p:nvSpPr>
        <p:spPr>
          <a:xfrm>
            <a:off x="0" y="4762400"/>
            <a:ext cx="381000" cy="3864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9</a:t>
            </a:fld>
            <a:endParaRPr/>
          </a:p>
        </p:txBody>
      </p:sp>
      <p:grpSp>
        <p:nvGrpSpPr>
          <p:cNvPr id="217" name="Google Shape;217;p20"/>
          <p:cNvGrpSpPr/>
          <p:nvPr/>
        </p:nvGrpSpPr>
        <p:grpSpPr>
          <a:xfrm>
            <a:off x="8407098" y="316978"/>
            <a:ext cx="419938" cy="419938"/>
            <a:chOff x="6908501" y="2969995"/>
            <a:chExt cx="457200" cy="457200"/>
          </a:xfrm>
        </p:grpSpPr>
        <p:sp>
          <p:nvSpPr>
            <p:cNvPr id="218" name="Google Shape;218;p20"/>
            <p:cNvSpPr/>
            <p:nvPr/>
          </p:nvSpPr>
          <p:spPr>
            <a:xfrm>
              <a:off x="6994226" y="2969995"/>
              <a:ext cx="76200" cy="76200"/>
            </a:xfrm>
            <a:custGeom>
              <a:avLst/>
              <a:gdLst/>
              <a:ahLst/>
              <a:cxnLst/>
              <a:rect l="l" t="t" r="r" b="b"/>
              <a:pathLst>
                <a:path w="76200" h="76200" extrusionOk="0">
                  <a:moveTo>
                    <a:pt x="76200" y="38100"/>
                  </a:moveTo>
                  <a:cubicBezTo>
                    <a:pt x="76200" y="59142"/>
                    <a:pt x="59142" y="76200"/>
                    <a:pt x="38100" y="76200"/>
                  </a:cubicBezTo>
                  <a:cubicBezTo>
                    <a:pt x="17058" y="76200"/>
                    <a:pt x="0" y="59142"/>
                    <a:pt x="0" y="38100"/>
                  </a:cubicBezTo>
                  <a:cubicBezTo>
                    <a:pt x="0" y="17058"/>
                    <a:pt x="17058" y="0"/>
                    <a:pt x="38100" y="0"/>
                  </a:cubicBezTo>
                  <a:cubicBezTo>
                    <a:pt x="59142" y="0"/>
                    <a:pt x="76200" y="17058"/>
                    <a:pt x="76200" y="3810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  <a:effectLst>
              <a:outerShdw dist="19050" dir="5400000" algn="bl" rotWithShape="0">
                <a:schemeClr val="dk1">
                  <a:alpha val="15000"/>
                </a:scheme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19" name="Google Shape;219;p20"/>
            <p:cNvSpPr/>
            <p:nvPr/>
          </p:nvSpPr>
          <p:spPr>
            <a:xfrm>
              <a:off x="6908501" y="2969995"/>
              <a:ext cx="457200" cy="457200"/>
            </a:xfrm>
            <a:custGeom>
              <a:avLst/>
              <a:gdLst/>
              <a:ahLst/>
              <a:cxnLst/>
              <a:rect l="l" t="t" r="r" b="b"/>
              <a:pathLst>
                <a:path w="457200" h="457200" extrusionOk="0">
                  <a:moveTo>
                    <a:pt x="438150" y="0"/>
                  </a:moveTo>
                  <a:lnTo>
                    <a:pt x="228600" y="0"/>
                  </a:lnTo>
                  <a:cubicBezTo>
                    <a:pt x="218123" y="0"/>
                    <a:pt x="209550" y="8573"/>
                    <a:pt x="209550" y="19050"/>
                  </a:cubicBezTo>
                  <a:lnTo>
                    <a:pt x="209550" y="95250"/>
                  </a:lnTo>
                  <a:lnTo>
                    <a:pt x="123825" y="95250"/>
                  </a:lnTo>
                  <a:cubicBezTo>
                    <a:pt x="53340" y="95250"/>
                    <a:pt x="0" y="144780"/>
                    <a:pt x="0" y="209550"/>
                  </a:cubicBezTo>
                  <a:cubicBezTo>
                    <a:pt x="0" y="220028"/>
                    <a:pt x="8573" y="228600"/>
                    <a:pt x="19050" y="228600"/>
                  </a:cubicBezTo>
                  <a:cubicBezTo>
                    <a:pt x="29528" y="228600"/>
                    <a:pt x="38100" y="220028"/>
                    <a:pt x="38100" y="209550"/>
                  </a:cubicBezTo>
                  <a:cubicBezTo>
                    <a:pt x="38100" y="179070"/>
                    <a:pt x="54293" y="157163"/>
                    <a:pt x="76200" y="144780"/>
                  </a:cubicBezTo>
                  <a:lnTo>
                    <a:pt x="76200" y="277178"/>
                  </a:lnTo>
                  <a:cubicBezTo>
                    <a:pt x="76200" y="277178"/>
                    <a:pt x="76200" y="278130"/>
                    <a:pt x="76200" y="278130"/>
                  </a:cubicBezTo>
                  <a:cubicBezTo>
                    <a:pt x="76200" y="278130"/>
                    <a:pt x="76200" y="279083"/>
                    <a:pt x="76200" y="279083"/>
                  </a:cubicBezTo>
                  <a:lnTo>
                    <a:pt x="76200" y="438150"/>
                  </a:lnTo>
                  <a:cubicBezTo>
                    <a:pt x="76200" y="448628"/>
                    <a:pt x="84773" y="457200"/>
                    <a:pt x="95250" y="457200"/>
                  </a:cubicBezTo>
                  <a:cubicBezTo>
                    <a:pt x="105728" y="457200"/>
                    <a:pt x="114300" y="448628"/>
                    <a:pt x="114300" y="438150"/>
                  </a:cubicBezTo>
                  <a:lnTo>
                    <a:pt x="114300" y="295275"/>
                  </a:lnTo>
                  <a:lnTo>
                    <a:pt x="133350" y="295275"/>
                  </a:lnTo>
                  <a:lnTo>
                    <a:pt x="133350" y="438150"/>
                  </a:lnTo>
                  <a:cubicBezTo>
                    <a:pt x="133350" y="448628"/>
                    <a:pt x="141923" y="457200"/>
                    <a:pt x="152400" y="457200"/>
                  </a:cubicBezTo>
                  <a:cubicBezTo>
                    <a:pt x="162878" y="457200"/>
                    <a:pt x="171450" y="448628"/>
                    <a:pt x="171450" y="438150"/>
                  </a:cubicBezTo>
                  <a:lnTo>
                    <a:pt x="171450" y="279083"/>
                  </a:lnTo>
                  <a:cubicBezTo>
                    <a:pt x="171450" y="279083"/>
                    <a:pt x="171450" y="278130"/>
                    <a:pt x="171450" y="278130"/>
                  </a:cubicBezTo>
                  <a:cubicBezTo>
                    <a:pt x="171450" y="278130"/>
                    <a:pt x="171450" y="277178"/>
                    <a:pt x="171450" y="277178"/>
                  </a:cubicBezTo>
                  <a:lnTo>
                    <a:pt x="171450" y="133350"/>
                  </a:lnTo>
                  <a:lnTo>
                    <a:pt x="209550" y="133350"/>
                  </a:lnTo>
                  <a:lnTo>
                    <a:pt x="209550" y="200025"/>
                  </a:lnTo>
                  <a:cubicBezTo>
                    <a:pt x="209550" y="210503"/>
                    <a:pt x="218123" y="219075"/>
                    <a:pt x="228600" y="219075"/>
                  </a:cubicBezTo>
                  <a:lnTo>
                    <a:pt x="438150" y="219075"/>
                  </a:lnTo>
                  <a:cubicBezTo>
                    <a:pt x="448628" y="219075"/>
                    <a:pt x="457200" y="210503"/>
                    <a:pt x="457200" y="200025"/>
                  </a:cubicBezTo>
                  <a:lnTo>
                    <a:pt x="457200" y="19050"/>
                  </a:lnTo>
                  <a:cubicBezTo>
                    <a:pt x="457200" y="8573"/>
                    <a:pt x="448628" y="0"/>
                    <a:pt x="438150" y="0"/>
                  </a:cubicBezTo>
                  <a:close/>
                  <a:moveTo>
                    <a:pt x="285750" y="95250"/>
                  </a:moveTo>
                  <a:lnTo>
                    <a:pt x="247650" y="95250"/>
                  </a:lnTo>
                  <a:lnTo>
                    <a:pt x="247650" y="38100"/>
                  </a:lnTo>
                  <a:lnTo>
                    <a:pt x="419100" y="38100"/>
                  </a:lnTo>
                  <a:lnTo>
                    <a:pt x="419100" y="180975"/>
                  </a:lnTo>
                  <a:lnTo>
                    <a:pt x="247650" y="180975"/>
                  </a:lnTo>
                  <a:lnTo>
                    <a:pt x="247650" y="133350"/>
                  </a:lnTo>
                  <a:lnTo>
                    <a:pt x="285750" y="133350"/>
                  </a:lnTo>
                  <a:cubicBezTo>
                    <a:pt x="296228" y="133350"/>
                    <a:pt x="304800" y="124778"/>
                    <a:pt x="304800" y="114300"/>
                  </a:cubicBezTo>
                  <a:cubicBezTo>
                    <a:pt x="304800" y="103823"/>
                    <a:pt x="296228" y="95250"/>
                    <a:pt x="285750" y="9525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  <a:effectLst>
              <a:outerShdw dist="19050" dir="5400000" algn="bl" rotWithShape="0">
                <a:schemeClr val="dk1">
                  <a:alpha val="15000"/>
                </a:scheme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Google Shape;224;p21"/>
          <p:cNvSpPr txBox="1">
            <a:spLocks noGrp="1"/>
          </p:cNvSpPr>
          <p:nvPr>
            <p:ph type="title"/>
          </p:nvPr>
        </p:nvSpPr>
        <p:spPr>
          <a:xfrm>
            <a:off x="614975" y="391350"/>
            <a:ext cx="6757800" cy="919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Conclusion</a:t>
            </a:r>
            <a:endParaRPr/>
          </a:p>
        </p:txBody>
      </p:sp>
      <p:sp>
        <p:nvSpPr>
          <p:cNvPr id="225" name="Google Shape;225;p21"/>
          <p:cNvSpPr txBox="1">
            <a:spLocks noGrp="1"/>
          </p:cNvSpPr>
          <p:nvPr>
            <p:ph type="sldNum" idx="12"/>
          </p:nvPr>
        </p:nvSpPr>
        <p:spPr>
          <a:xfrm>
            <a:off x="0" y="4762400"/>
            <a:ext cx="381000" cy="3864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10</a:t>
            </a:fld>
            <a:endParaRPr/>
          </a:p>
        </p:txBody>
      </p:sp>
      <p:sp>
        <p:nvSpPr>
          <p:cNvPr id="226" name="Google Shape;226;p21"/>
          <p:cNvSpPr txBox="1"/>
          <p:nvPr/>
        </p:nvSpPr>
        <p:spPr>
          <a:xfrm>
            <a:off x="1333561" y="1430120"/>
            <a:ext cx="6291000" cy="325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 dirty="0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rPr>
              <a:t>First Line Therapy Data</a:t>
            </a:r>
            <a:endParaRPr sz="2000" dirty="0">
              <a:solidFill>
                <a:schemeClr val="dk1"/>
              </a:solidFill>
              <a:latin typeface="Barlow Light"/>
              <a:ea typeface="Barlow Light"/>
              <a:cs typeface="Barlow Light"/>
              <a:sym typeface="Barlow Light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000" dirty="0">
              <a:solidFill>
                <a:schemeClr val="dk1"/>
              </a:solidFill>
              <a:latin typeface="Barlow Light"/>
              <a:ea typeface="Barlow Light"/>
              <a:cs typeface="Barlow Light"/>
              <a:sym typeface="Barlow Light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 dirty="0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rPr>
              <a:t>Significant Improvement in recurrence and progression survival rate</a:t>
            </a:r>
            <a:endParaRPr sz="2000" dirty="0">
              <a:solidFill>
                <a:schemeClr val="dk1"/>
              </a:solidFill>
              <a:latin typeface="Barlow Light"/>
              <a:ea typeface="Barlow Light"/>
              <a:cs typeface="Barlow Light"/>
              <a:sym typeface="Barlow Light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000" dirty="0">
              <a:solidFill>
                <a:schemeClr val="dk1"/>
              </a:solidFill>
              <a:latin typeface="Barlow Light"/>
              <a:ea typeface="Barlow Light"/>
              <a:cs typeface="Barlow Light"/>
              <a:sym typeface="Barlow Light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 dirty="0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rPr>
              <a:t>Insignificant improvement in metastasis and overall survival rate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" sz="2000" dirty="0">
              <a:solidFill>
                <a:schemeClr val="dk1"/>
              </a:solidFill>
              <a:latin typeface="Barlow Light"/>
              <a:ea typeface="Barlow Light"/>
              <a:cs typeface="Barlow Light"/>
              <a:sym typeface="Barlow Light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 dirty="0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rPr>
              <a:t>Limitation on not including measurement for tumor growth/shrink rate</a:t>
            </a:r>
            <a:endParaRPr sz="2000" dirty="0">
              <a:solidFill>
                <a:schemeClr val="dk1"/>
              </a:solidFill>
              <a:latin typeface="Barlow Light"/>
              <a:ea typeface="Barlow Light"/>
              <a:cs typeface="Barlow Light"/>
              <a:sym typeface="Barlow Light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FFD966"/>
            </a:gs>
            <a:gs pos="100000">
              <a:srgbClr val="FF9900"/>
            </a:gs>
          </a:gsLst>
          <a:path path="circle">
            <a:fillToRect l="50000" t="50000" r="50000" b="50000"/>
          </a:path>
          <a:tileRect/>
        </a:gradFill>
        <a:effectLst/>
      </p:bgPr>
    </p:bg>
    <p:spTree>
      <p:nvGrpSpPr>
        <p:cNvPr id="1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1" name="Google Shape;231;p22">
            <a:hlinkClick r:id="rId3"/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3426425" y="1451225"/>
            <a:ext cx="2291150" cy="550600"/>
          </a:xfrm>
          <a:prstGeom prst="rect">
            <a:avLst/>
          </a:prstGeom>
          <a:noFill/>
          <a:ln>
            <a:noFill/>
          </a:ln>
        </p:spPr>
      </p:pic>
      <p:sp>
        <p:nvSpPr>
          <p:cNvPr id="232" name="Google Shape;232;p22"/>
          <p:cNvSpPr txBox="1"/>
          <p:nvPr/>
        </p:nvSpPr>
        <p:spPr>
          <a:xfrm>
            <a:off x="1106100" y="2209500"/>
            <a:ext cx="6931800" cy="26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 b="1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Free templates for all your presentation needs</a:t>
            </a:r>
            <a:endParaRPr sz="1800" b="1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grpSp>
        <p:nvGrpSpPr>
          <p:cNvPr id="233" name="Google Shape;233;p22"/>
          <p:cNvGrpSpPr/>
          <p:nvPr/>
        </p:nvGrpSpPr>
        <p:grpSpPr>
          <a:xfrm>
            <a:off x="690575" y="3290132"/>
            <a:ext cx="7762851" cy="892418"/>
            <a:chOff x="801125" y="3213932"/>
            <a:chExt cx="7762851" cy="892418"/>
          </a:xfrm>
        </p:grpSpPr>
        <p:grpSp>
          <p:nvGrpSpPr>
            <p:cNvPr id="234" name="Google Shape;234;p22"/>
            <p:cNvGrpSpPr/>
            <p:nvPr/>
          </p:nvGrpSpPr>
          <p:grpSpPr>
            <a:xfrm>
              <a:off x="4845759" y="3213932"/>
              <a:ext cx="1695900" cy="892418"/>
              <a:chOff x="4845759" y="3213932"/>
              <a:chExt cx="1695900" cy="892418"/>
            </a:xfrm>
          </p:grpSpPr>
          <p:sp>
            <p:nvSpPr>
              <p:cNvPr id="235" name="Google Shape;235;p22"/>
              <p:cNvSpPr txBox="1"/>
              <p:nvPr/>
            </p:nvSpPr>
            <p:spPr>
              <a:xfrm>
                <a:off x="4845759" y="3469450"/>
                <a:ext cx="1695900" cy="636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t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1200">
                    <a:solidFill>
                      <a:srgbClr val="434343"/>
                    </a:solidFill>
                    <a:latin typeface="Montserrat"/>
                    <a:ea typeface="Montserrat"/>
                    <a:cs typeface="Montserrat"/>
                    <a:sym typeface="Montserrat"/>
                  </a:rPr>
                  <a:t>Ready to use, professional and customizable</a:t>
                </a:r>
                <a:endParaRPr sz="1200">
                  <a:solidFill>
                    <a:srgbClr val="434343"/>
                  </a:solidFill>
                  <a:latin typeface="Montserrat"/>
                  <a:ea typeface="Montserrat"/>
                  <a:cs typeface="Montserrat"/>
                  <a:sym typeface="Montserrat"/>
                </a:endParaRPr>
              </a:p>
            </p:txBody>
          </p:sp>
          <p:sp>
            <p:nvSpPr>
              <p:cNvPr id="236" name="Google Shape;236;p22"/>
              <p:cNvSpPr/>
              <p:nvPr/>
            </p:nvSpPr>
            <p:spPr>
              <a:xfrm>
                <a:off x="5603395" y="3213932"/>
                <a:ext cx="180627" cy="181175"/>
              </a:xfrm>
              <a:custGeom>
                <a:avLst/>
                <a:gdLst/>
                <a:ahLst/>
                <a:cxnLst/>
                <a:rect l="l" t="t" r="r" b="b"/>
                <a:pathLst>
                  <a:path w="5929" h="5947" extrusionOk="0">
                    <a:moveTo>
                      <a:pt x="4679" y="0"/>
                    </a:moveTo>
                    <a:lnTo>
                      <a:pt x="4567" y="19"/>
                    </a:lnTo>
                    <a:lnTo>
                      <a:pt x="4474" y="37"/>
                    </a:lnTo>
                    <a:lnTo>
                      <a:pt x="4381" y="93"/>
                    </a:lnTo>
                    <a:lnTo>
                      <a:pt x="4288" y="168"/>
                    </a:lnTo>
                    <a:lnTo>
                      <a:pt x="3747" y="690"/>
                    </a:lnTo>
                    <a:lnTo>
                      <a:pt x="3729" y="746"/>
                    </a:lnTo>
                    <a:lnTo>
                      <a:pt x="3710" y="802"/>
                    </a:lnTo>
                    <a:lnTo>
                      <a:pt x="3729" y="857"/>
                    </a:lnTo>
                    <a:lnTo>
                      <a:pt x="3747" y="895"/>
                    </a:lnTo>
                    <a:lnTo>
                      <a:pt x="5033" y="2181"/>
                    </a:lnTo>
                    <a:lnTo>
                      <a:pt x="5089" y="2218"/>
                    </a:lnTo>
                    <a:lnTo>
                      <a:pt x="5182" y="2218"/>
                    </a:lnTo>
                    <a:lnTo>
                      <a:pt x="5238" y="2181"/>
                    </a:lnTo>
                    <a:lnTo>
                      <a:pt x="5779" y="1640"/>
                    </a:lnTo>
                    <a:lnTo>
                      <a:pt x="5835" y="1566"/>
                    </a:lnTo>
                    <a:lnTo>
                      <a:pt x="5891" y="1473"/>
                    </a:lnTo>
                    <a:lnTo>
                      <a:pt x="5928" y="1361"/>
                    </a:lnTo>
                    <a:lnTo>
                      <a:pt x="5928" y="1249"/>
                    </a:lnTo>
                    <a:lnTo>
                      <a:pt x="5928" y="1156"/>
                    </a:lnTo>
                    <a:lnTo>
                      <a:pt x="5891" y="1044"/>
                    </a:lnTo>
                    <a:lnTo>
                      <a:pt x="5835" y="951"/>
                    </a:lnTo>
                    <a:lnTo>
                      <a:pt x="5779" y="857"/>
                    </a:lnTo>
                    <a:lnTo>
                      <a:pt x="5071" y="168"/>
                    </a:lnTo>
                    <a:lnTo>
                      <a:pt x="4977" y="93"/>
                    </a:lnTo>
                    <a:lnTo>
                      <a:pt x="4884" y="37"/>
                    </a:lnTo>
                    <a:lnTo>
                      <a:pt x="4791" y="19"/>
                    </a:lnTo>
                    <a:lnTo>
                      <a:pt x="4679" y="0"/>
                    </a:lnTo>
                    <a:close/>
                    <a:moveTo>
                      <a:pt x="3393" y="1883"/>
                    </a:moveTo>
                    <a:lnTo>
                      <a:pt x="3449" y="1920"/>
                    </a:lnTo>
                    <a:lnTo>
                      <a:pt x="3486" y="1976"/>
                    </a:lnTo>
                    <a:lnTo>
                      <a:pt x="3505" y="2050"/>
                    </a:lnTo>
                    <a:lnTo>
                      <a:pt x="3486" y="2106"/>
                    </a:lnTo>
                    <a:lnTo>
                      <a:pt x="3449" y="2162"/>
                    </a:lnTo>
                    <a:lnTo>
                      <a:pt x="1660" y="3952"/>
                    </a:lnTo>
                    <a:lnTo>
                      <a:pt x="1604" y="3970"/>
                    </a:lnTo>
                    <a:lnTo>
                      <a:pt x="1548" y="3989"/>
                    </a:lnTo>
                    <a:lnTo>
                      <a:pt x="1492" y="3970"/>
                    </a:lnTo>
                    <a:lnTo>
                      <a:pt x="1436" y="3952"/>
                    </a:lnTo>
                    <a:lnTo>
                      <a:pt x="1399" y="3896"/>
                    </a:lnTo>
                    <a:lnTo>
                      <a:pt x="1380" y="3821"/>
                    </a:lnTo>
                    <a:lnTo>
                      <a:pt x="1399" y="3765"/>
                    </a:lnTo>
                    <a:lnTo>
                      <a:pt x="1436" y="3709"/>
                    </a:lnTo>
                    <a:lnTo>
                      <a:pt x="3225" y="1920"/>
                    </a:lnTo>
                    <a:lnTo>
                      <a:pt x="3281" y="1883"/>
                    </a:lnTo>
                    <a:close/>
                    <a:moveTo>
                      <a:pt x="1007" y="4362"/>
                    </a:moveTo>
                    <a:lnTo>
                      <a:pt x="1007" y="4921"/>
                    </a:lnTo>
                    <a:lnTo>
                      <a:pt x="1566" y="4921"/>
                    </a:lnTo>
                    <a:lnTo>
                      <a:pt x="1566" y="5331"/>
                    </a:lnTo>
                    <a:lnTo>
                      <a:pt x="821" y="5462"/>
                    </a:lnTo>
                    <a:lnTo>
                      <a:pt x="467" y="5107"/>
                    </a:lnTo>
                    <a:lnTo>
                      <a:pt x="597" y="4362"/>
                    </a:lnTo>
                    <a:close/>
                    <a:moveTo>
                      <a:pt x="3337" y="1118"/>
                    </a:moveTo>
                    <a:lnTo>
                      <a:pt x="3300" y="1156"/>
                    </a:lnTo>
                    <a:lnTo>
                      <a:pt x="243" y="4213"/>
                    </a:lnTo>
                    <a:lnTo>
                      <a:pt x="1" y="5611"/>
                    </a:lnTo>
                    <a:lnTo>
                      <a:pt x="1" y="5685"/>
                    </a:lnTo>
                    <a:lnTo>
                      <a:pt x="1" y="5741"/>
                    </a:lnTo>
                    <a:lnTo>
                      <a:pt x="38" y="5816"/>
                    </a:lnTo>
                    <a:lnTo>
                      <a:pt x="75" y="5853"/>
                    </a:lnTo>
                    <a:lnTo>
                      <a:pt x="131" y="5890"/>
                    </a:lnTo>
                    <a:lnTo>
                      <a:pt x="187" y="5928"/>
                    </a:lnTo>
                    <a:lnTo>
                      <a:pt x="243" y="5946"/>
                    </a:lnTo>
                    <a:lnTo>
                      <a:pt x="317" y="5928"/>
                    </a:lnTo>
                    <a:lnTo>
                      <a:pt x="1734" y="5685"/>
                    </a:lnTo>
                    <a:lnTo>
                      <a:pt x="4772" y="2647"/>
                    </a:lnTo>
                    <a:lnTo>
                      <a:pt x="4810" y="2591"/>
                    </a:lnTo>
                    <a:lnTo>
                      <a:pt x="4810" y="2535"/>
                    </a:lnTo>
                    <a:lnTo>
                      <a:pt x="4810" y="2498"/>
                    </a:lnTo>
                    <a:lnTo>
                      <a:pt x="4772" y="2442"/>
                    </a:lnTo>
                    <a:lnTo>
                      <a:pt x="3486" y="1156"/>
                    </a:lnTo>
                    <a:lnTo>
                      <a:pt x="3449" y="111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solidFill>
                    <a:srgbClr val="434343"/>
                  </a:solidFill>
                </a:endParaRPr>
              </a:p>
            </p:txBody>
          </p:sp>
        </p:grpSp>
        <p:grpSp>
          <p:nvGrpSpPr>
            <p:cNvPr id="237" name="Google Shape;237;p22"/>
            <p:cNvGrpSpPr/>
            <p:nvPr/>
          </p:nvGrpSpPr>
          <p:grpSpPr>
            <a:xfrm>
              <a:off x="2823442" y="3214222"/>
              <a:ext cx="1695900" cy="892128"/>
              <a:chOff x="2823442" y="3214222"/>
              <a:chExt cx="1695900" cy="892128"/>
            </a:xfrm>
          </p:grpSpPr>
          <p:sp>
            <p:nvSpPr>
              <p:cNvPr id="238" name="Google Shape;238;p22"/>
              <p:cNvSpPr txBox="1"/>
              <p:nvPr/>
            </p:nvSpPr>
            <p:spPr>
              <a:xfrm>
                <a:off x="2823442" y="3469450"/>
                <a:ext cx="1695900" cy="636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t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1200">
                    <a:solidFill>
                      <a:srgbClr val="434343"/>
                    </a:solidFill>
                    <a:latin typeface="Montserrat"/>
                    <a:ea typeface="Montserrat"/>
                    <a:cs typeface="Montserrat"/>
                    <a:sym typeface="Montserrat"/>
                  </a:rPr>
                  <a:t>100% free for personal or commercial use</a:t>
                </a:r>
                <a:endParaRPr sz="1200">
                  <a:solidFill>
                    <a:srgbClr val="434343"/>
                  </a:solidFill>
                  <a:latin typeface="Montserrat"/>
                  <a:ea typeface="Montserrat"/>
                  <a:cs typeface="Montserrat"/>
                  <a:sym typeface="Montserrat"/>
                </a:endParaRPr>
              </a:p>
            </p:txBody>
          </p:sp>
          <p:sp>
            <p:nvSpPr>
              <p:cNvPr id="239" name="Google Shape;239;p22"/>
              <p:cNvSpPr/>
              <p:nvPr/>
            </p:nvSpPr>
            <p:spPr>
              <a:xfrm>
                <a:off x="3569730" y="3214222"/>
                <a:ext cx="203323" cy="180597"/>
              </a:xfrm>
              <a:custGeom>
                <a:avLst/>
                <a:gdLst/>
                <a:ahLst/>
                <a:cxnLst/>
                <a:rect l="l" t="t" r="r" b="b"/>
                <a:pathLst>
                  <a:path w="6674" h="5928" extrusionOk="0">
                    <a:moveTo>
                      <a:pt x="2443" y="0"/>
                    </a:moveTo>
                    <a:lnTo>
                      <a:pt x="2275" y="37"/>
                    </a:lnTo>
                    <a:lnTo>
                      <a:pt x="2126" y="93"/>
                    </a:lnTo>
                    <a:lnTo>
                      <a:pt x="1995" y="187"/>
                    </a:lnTo>
                    <a:lnTo>
                      <a:pt x="1846" y="336"/>
                    </a:lnTo>
                    <a:lnTo>
                      <a:pt x="1753" y="503"/>
                    </a:lnTo>
                    <a:lnTo>
                      <a:pt x="1697" y="690"/>
                    </a:lnTo>
                    <a:lnTo>
                      <a:pt x="1660" y="876"/>
                    </a:lnTo>
                    <a:lnTo>
                      <a:pt x="1678" y="1063"/>
                    </a:lnTo>
                    <a:lnTo>
                      <a:pt x="1716" y="1249"/>
                    </a:lnTo>
                    <a:lnTo>
                      <a:pt x="1809" y="1417"/>
                    </a:lnTo>
                    <a:lnTo>
                      <a:pt x="1921" y="1566"/>
                    </a:lnTo>
                    <a:lnTo>
                      <a:pt x="3188" y="2889"/>
                    </a:lnTo>
                    <a:lnTo>
                      <a:pt x="3263" y="2945"/>
                    </a:lnTo>
                    <a:lnTo>
                      <a:pt x="3337" y="2964"/>
                    </a:lnTo>
                    <a:lnTo>
                      <a:pt x="3412" y="2945"/>
                    </a:lnTo>
                    <a:lnTo>
                      <a:pt x="3487" y="2889"/>
                    </a:lnTo>
                    <a:lnTo>
                      <a:pt x="4754" y="1566"/>
                    </a:lnTo>
                    <a:lnTo>
                      <a:pt x="4866" y="1417"/>
                    </a:lnTo>
                    <a:lnTo>
                      <a:pt x="4940" y="1249"/>
                    </a:lnTo>
                    <a:lnTo>
                      <a:pt x="4996" y="1063"/>
                    </a:lnTo>
                    <a:lnTo>
                      <a:pt x="5015" y="876"/>
                    </a:lnTo>
                    <a:lnTo>
                      <a:pt x="4978" y="690"/>
                    </a:lnTo>
                    <a:lnTo>
                      <a:pt x="4922" y="503"/>
                    </a:lnTo>
                    <a:lnTo>
                      <a:pt x="4810" y="336"/>
                    </a:lnTo>
                    <a:lnTo>
                      <a:pt x="4679" y="187"/>
                    </a:lnTo>
                    <a:lnTo>
                      <a:pt x="4549" y="93"/>
                    </a:lnTo>
                    <a:lnTo>
                      <a:pt x="4381" y="37"/>
                    </a:lnTo>
                    <a:lnTo>
                      <a:pt x="4232" y="0"/>
                    </a:lnTo>
                    <a:lnTo>
                      <a:pt x="4064" y="0"/>
                    </a:lnTo>
                    <a:lnTo>
                      <a:pt x="3897" y="19"/>
                    </a:lnTo>
                    <a:lnTo>
                      <a:pt x="3747" y="75"/>
                    </a:lnTo>
                    <a:lnTo>
                      <a:pt x="3598" y="168"/>
                    </a:lnTo>
                    <a:lnTo>
                      <a:pt x="3468" y="280"/>
                    </a:lnTo>
                    <a:lnTo>
                      <a:pt x="3337" y="429"/>
                    </a:lnTo>
                    <a:lnTo>
                      <a:pt x="3207" y="280"/>
                    </a:lnTo>
                    <a:lnTo>
                      <a:pt x="3076" y="168"/>
                    </a:lnTo>
                    <a:lnTo>
                      <a:pt x="2927" y="75"/>
                    </a:lnTo>
                    <a:lnTo>
                      <a:pt x="2778" y="19"/>
                    </a:lnTo>
                    <a:lnTo>
                      <a:pt x="2610" y="0"/>
                    </a:lnTo>
                    <a:close/>
                    <a:moveTo>
                      <a:pt x="2219" y="3691"/>
                    </a:moveTo>
                    <a:lnTo>
                      <a:pt x="1995" y="3728"/>
                    </a:lnTo>
                    <a:lnTo>
                      <a:pt x="1772" y="3784"/>
                    </a:lnTo>
                    <a:lnTo>
                      <a:pt x="1548" y="3877"/>
                    </a:lnTo>
                    <a:lnTo>
                      <a:pt x="1362" y="4008"/>
                    </a:lnTo>
                    <a:lnTo>
                      <a:pt x="821" y="4436"/>
                    </a:lnTo>
                    <a:lnTo>
                      <a:pt x="187" y="4436"/>
                    </a:lnTo>
                    <a:lnTo>
                      <a:pt x="113" y="4455"/>
                    </a:lnTo>
                    <a:lnTo>
                      <a:pt x="57" y="4492"/>
                    </a:lnTo>
                    <a:lnTo>
                      <a:pt x="1" y="4548"/>
                    </a:lnTo>
                    <a:lnTo>
                      <a:pt x="1" y="4623"/>
                    </a:lnTo>
                    <a:lnTo>
                      <a:pt x="1" y="5741"/>
                    </a:lnTo>
                    <a:lnTo>
                      <a:pt x="1" y="5816"/>
                    </a:lnTo>
                    <a:lnTo>
                      <a:pt x="57" y="5872"/>
                    </a:lnTo>
                    <a:lnTo>
                      <a:pt x="113" y="5909"/>
                    </a:lnTo>
                    <a:lnTo>
                      <a:pt x="187" y="5928"/>
                    </a:lnTo>
                    <a:lnTo>
                      <a:pt x="4325" y="5928"/>
                    </a:lnTo>
                    <a:lnTo>
                      <a:pt x="4437" y="5909"/>
                    </a:lnTo>
                    <a:lnTo>
                      <a:pt x="4568" y="5890"/>
                    </a:lnTo>
                    <a:lnTo>
                      <a:pt x="4679" y="5834"/>
                    </a:lnTo>
                    <a:lnTo>
                      <a:pt x="4791" y="5760"/>
                    </a:lnTo>
                    <a:lnTo>
                      <a:pt x="6543" y="4362"/>
                    </a:lnTo>
                    <a:lnTo>
                      <a:pt x="6599" y="4306"/>
                    </a:lnTo>
                    <a:lnTo>
                      <a:pt x="6637" y="4231"/>
                    </a:lnTo>
                    <a:lnTo>
                      <a:pt x="6674" y="4157"/>
                    </a:lnTo>
                    <a:lnTo>
                      <a:pt x="6674" y="4082"/>
                    </a:lnTo>
                    <a:lnTo>
                      <a:pt x="6674" y="4008"/>
                    </a:lnTo>
                    <a:lnTo>
                      <a:pt x="6655" y="3933"/>
                    </a:lnTo>
                    <a:lnTo>
                      <a:pt x="6618" y="3859"/>
                    </a:lnTo>
                    <a:lnTo>
                      <a:pt x="6543" y="3784"/>
                    </a:lnTo>
                    <a:lnTo>
                      <a:pt x="6506" y="3747"/>
                    </a:lnTo>
                    <a:lnTo>
                      <a:pt x="6432" y="3728"/>
                    </a:lnTo>
                    <a:lnTo>
                      <a:pt x="6376" y="3709"/>
                    </a:lnTo>
                    <a:lnTo>
                      <a:pt x="6301" y="3709"/>
                    </a:lnTo>
                    <a:lnTo>
                      <a:pt x="6171" y="3728"/>
                    </a:lnTo>
                    <a:lnTo>
                      <a:pt x="6115" y="3747"/>
                    </a:lnTo>
                    <a:lnTo>
                      <a:pt x="6059" y="3784"/>
                    </a:lnTo>
                    <a:lnTo>
                      <a:pt x="4978" y="4641"/>
                    </a:lnTo>
                    <a:lnTo>
                      <a:pt x="4885" y="4716"/>
                    </a:lnTo>
                    <a:lnTo>
                      <a:pt x="4773" y="4772"/>
                    </a:lnTo>
                    <a:lnTo>
                      <a:pt x="4642" y="4809"/>
                    </a:lnTo>
                    <a:lnTo>
                      <a:pt x="3095" y="4809"/>
                    </a:lnTo>
                    <a:lnTo>
                      <a:pt x="3039" y="4772"/>
                    </a:lnTo>
                    <a:lnTo>
                      <a:pt x="2983" y="4716"/>
                    </a:lnTo>
                    <a:lnTo>
                      <a:pt x="2965" y="4660"/>
                    </a:lnTo>
                    <a:lnTo>
                      <a:pt x="2965" y="4586"/>
                    </a:lnTo>
                    <a:lnTo>
                      <a:pt x="3002" y="4511"/>
                    </a:lnTo>
                    <a:lnTo>
                      <a:pt x="3076" y="4455"/>
                    </a:lnTo>
                    <a:lnTo>
                      <a:pt x="3151" y="4436"/>
                    </a:lnTo>
                    <a:lnTo>
                      <a:pt x="4120" y="4436"/>
                    </a:lnTo>
                    <a:lnTo>
                      <a:pt x="4195" y="4418"/>
                    </a:lnTo>
                    <a:lnTo>
                      <a:pt x="4307" y="4362"/>
                    </a:lnTo>
                    <a:lnTo>
                      <a:pt x="4363" y="4306"/>
                    </a:lnTo>
                    <a:lnTo>
                      <a:pt x="4400" y="4250"/>
                    </a:lnTo>
                    <a:lnTo>
                      <a:pt x="4419" y="4194"/>
                    </a:lnTo>
                    <a:lnTo>
                      <a:pt x="4437" y="4138"/>
                    </a:lnTo>
                    <a:lnTo>
                      <a:pt x="4456" y="4045"/>
                    </a:lnTo>
                    <a:lnTo>
                      <a:pt x="4437" y="3970"/>
                    </a:lnTo>
                    <a:lnTo>
                      <a:pt x="4400" y="3896"/>
                    </a:lnTo>
                    <a:lnTo>
                      <a:pt x="4363" y="3821"/>
                    </a:lnTo>
                    <a:lnTo>
                      <a:pt x="4307" y="3784"/>
                    </a:lnTo>
                    <a:lnTo>
                      <a:pt x="4232" y="3728"/>
                    </a:lnTo>
                    <a:lnTo>
                      <a:pt x="4158" y="3709"/>
                    </a:lnTo>
                    <a:lnTo>
                      <a:pt x="4083" y="3691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solidFill>
                    <a:srgbClr val="434343"/>
                  </a:solidFill>
                </a:endParaRPr>
              </a:p>
            </p:txBody>
          </p:sp>
        </p:grpSp>
        <p:grpSp>
          <p:nvGrpSpPr>
            <p:cNvPr id="240" name="Google Shape;240;p22"/>
            <p:cNvGrpSpPr/>
            <p:nvPr/>
          </p:nvGrpSpPr>
          <p:grpSpPr>
            <a:xfrm>
              <a:off x="6868076" y="3213932"/>
              <a:ext cx="1695900" cy="892418"/>
              <a:chOff x="6868076" y="3213932"/>
              <a:chExt cx="1695900" cy="892418"/>
            </a:xfrm>
          </p:grpSpPr>
          <p:sp>
            <p:nvSpPr>
              <p:cNvPr id="241" name="Google Shape;241;p22"/>
              <p:cNvSpPr txBox="1"/>
              <p:nvPr/>
            </p:nvSpPr>
            <p:spPr>
              <a:xfrm>
                <a:off x="6868076" y="3469450"/>
                <a:ext cx="1695900" cy="636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t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1200">
                    <a:solidFill>
                      <a:srgbClr val="434343"/>
                    </a:solidFill>
                    <a:latin typeface="Montserrat"/>
                    <a:ea typeface="Montserrat"/>
                    <a:cs typeface="Montserrat"/>
                    <a:sym typeface="Montserrat"/>
                  </a:rPr>
                  <a:t>Blow your audience away with attractive visuals</a:t>
                </a:r>
                <a:endParaRPr sz="1200">
                  <a:solidFill>
                    <a:srgbClr val="434343"/>
                  </a:solidFill>
                  <a:latin typeface="Montserrat"/>
                  <a:ea typeface="Montserrat"/>
                  <a:cs typeface="Montserrat"/>
                  <a:sym typeface="Montserrat"/>
                </a:endParaRPr>
              </a:p>
            </p:txBody>
          </p:sp>
          <p:sp>
            <p:nvSpPr>
              <p:cNvPr id="242" name="Google Shape;242;p22"/>
              <p:cNvSpPr/>
              <p:nvPr/>
            </p:nvSpPr>
            <p:spPr>
              <a:xfrm>
                <a:off x="7625712" y="3213932"/>
                <a:ext cx="180627" cy="181175"/>
              </a:xfrm>
              <a:custGeom>
                <a:avLst/>
                <a:gdLst/>
                <a:ahLst/>
                <a:cxnLst/>
                <a:rect l="l" t="t" r="r" b="b"/>
                <a:pathLst>
                  <a:path w="5929" h="5947" extrusionOk="0">
                    <a:moveTo>
                      <a:pt x="784" y="4940"/>
                    </a:moveTo>
                    <a:lnTo>
                      <a:pt x="839" y="4958"/>
                    </a:lnTo>
                    <a:lnTo>
                      <a:pt x="933" y="5014"/>
                    </a:lnTo>
                    <a:lnTo>
                      <a:pt x="989" y="5107"/>
                    </a:lnTo>
                    <a:lnTo>
                      <a:pt x="1007" y="5145"/>
                    </a:lnTo>
                    <a:lnTo>
                      <a:pt x="1007" y="5201"/>
                    </a:lnTo>
                    <a:lnTo>
                      <a:pt x="1007" y="5257"/>
                    </a:lnTo>
                    <a:lnTo>
                      <a:pt x="989" y="5313"/>
                    </a:lnTo>
                    <a:lnTo>
                      <a:pt x="933" y="5406"/>
                    </a:lnTo>
                    <a:lnTo>
                      <a:pt x="839" y="5462"/>
                    </a:lnTo>
                    <a:lnTo>
                      <a:pt x="784" y="5480"/>
                    </a:lnTo>
                    <a:lnTo>
                      <a:pt x="672" y="5480"/>
                    </a:lnTo>
                    <a:lnTo>
                      <a:pt x="634" y="5462"/>
                    </a:lnTo>
                    <a:lnTo>
                      <a:pt x="541" y="5406"/>
                    </a:lnTo>
                    <a:lnTo>
                      <a:pt x="485" y="5313"/>
                    </a:lnTo>
                    <a:lnTo>
                      <a:pt x="467" y="5257"/>
                    </a:lnTo>
                    <a:lnTo>
                      <a:pt x="448" y="5201"/>
                    </a:lnTo>
                    <a:lnTo>
                      <a:pt x="467" y="5145"/>
                    </a:lnTo>
                    <a:lnTo>
                      <a:pt x="485" y="5107"/>
                    </a:lnTo>
                    <a:lnTo>
                      <a:pt x="541" y="5014"/>
                    </a:lnTo>
                    <a:lnTo>
                      <a:pt x="634" y="4958"/>
                    </a:lnTo>
                    <a:lnTo>
                      <a:pt x="672" y="4940"/>
                    </a:lnTo>
                    <a:close/>
                    <a:moveTo>
                      <a:pt x="206" y="2610"/>
                    </a:moveTo>
                    <a:lnTo>
                      <a:pt x="168" y="2628"/>
                    </a:lnTo>
                    <a:lnTo>
                      <a:pt x="75" y="2684"/>
                    </a:lnTo>
                    <a:lnTo>
                      <a:pt x="19" y="2777"/>
                    </a:lnTo>
                    <a:lnTo>
                      <a:pt x="1" y="2833"/>
                    </a:lnTo>
                    <a:lnTo>
                      <a:pt x="1" y="2889"/>
                    </a:lnTo>
                    <a:lnTo>
                      <a:pt x="1" y="5667"/>
                    </a:lnTo>
                    <a:lnTo>
                      <a:pt x="1" y="5723"/>
                    </a:lnTo>
                    <a:lnTo>
                      <a:pt x="19" y="5779"/>
                    </a:lnTo>
                    <a:lnTo>
                      <a:pt x="75" y="5872"/>
                    </a:lnTo>
                    <a:lnTo>
                      <a:pt x="168" y="5928"/>
                    </a:lnTo>
                    <a:lnTo>
                      <a:pt x="206" y="5946"/>
                    </a:lnTo>
                    <a:lnTo>
                      <a:pt x="1250" y="5946"/>
                    </a:lnTo>
                    <a:lnTo>
                      <a:pt x="1305" y="5928"/>
                    </a:lnTo>
                    <a:lnTo>
                      <a:pt x="1399" y="5872"/>
                    </a:lnTo>
                    <a:lnTo>
                      <a:pt x="1455" y="5779"/>
                    </a:lnTo>
                    <a:lnTo>
                      <a:pt x="1473" y="5723"/>
                    </a:lnTo>
                    <a:lnTo>
                      <a:pt x="1473" y="5667"/>
                    </a:lnTo>
                    <a:lnTo>
                      <a:pt x="1473" y="2889"/>
                    </a:lnTo>
                    <a:lnTo>
                      <a:pt x="1473" y="2833"/>
                    </a:lnTo>
                    <a:lnTo>
                      <a:pt x="1455" y="2777"/>
                    </a:lnTo>
                    <a:lnTo>
                      <a:pt x="1399" y="2684"/>
                    </a:lnTo>
                    <a:lnTo>
                      <a:pt x="1305" y="2628"/>
                    </a:lnTo>
                    <a:lnTo>
                      <a:pt x="1250" y="2610"/>
                    </a:lnTo>
                    <a:close/>
                    <a:moveTo>
                      <a:pt x="3617" y="0"/>
                    </a:moveTo>
                    <a:lnTo>
                      <a:pt x="3524" y="19"/>
                    </a:lnTo>
                    <a:lnTo>
                      <a:pt x="3468" y="75"/>
                    </a:lnTo>
                    <a:lnTo>
                      <a:pt x="3393" y="168"/>
                    </a:lnTo>
                    <a:lnTo>
                      <a:pt x="3337" y="261"/>
                    </a:lnTo>
                    <a:lnTo>
                      <a:pt x="3263" y="485"/>
                    </a:lnTo>
                    <a:lnTo>
                      <a:pt x="3225" y="671"/>
                    </a:lnTo>
                    <a:lnTo>
                      <a:pt x="3169" y="858"/>
                    </a:lnTo>
                    <a:lnTo>
                      <a:pt x="3114" y="1044"/>
                    </a:lnTo>
                    <a:lnTo>
                      <a:pt x="3039" y="1212"/>
                    </a:lnTo>
                    <a:lnTo>
                      <a:pt x="2983" y="1286"/>
                    </a:lnTo>
                    <a:lnTo>
                      <a:pt x="2927" y="1361"/>
                    </a:lnTo>
                    <a:lnTo>
                      <a:pt x="2797" y="1510"/>
                    </a:lnTo>
                    <a:lnTo>
                      <a:pt x="2666" y="1659"/>
                    </a:lnTo>
                    <a:lnTo>
                      <a:pt x="2442" y="1995"/>
                    </a:lnTo>
                    <a:lnTo>
                      <a:pt x="2200" y="2330"/>
                    </a:lnTo>
                    <a:lnTo>
                      <a:pt x="2051" y="2498"/>
                    </a:lnTo>
                    <a:lnTo>
                      <a:pt x="1883" y="2666"/>
                    </a:lnTo>
                    <a:lnTo>
                      <a:pt x="1865" y="2722"/>
                    </a:lnTo>
                    <a:lnTo>
                      <a:pt x="1846" y="2777"/>
                    </a:lnTo>
                    <a:lnTo>
                      <a:pt x="1846" y="5257"/>
                    </a:lnTo>
                    <a:lnTo>
                      <a:pt x="1865" y="5313"/>
                    </a:lnTo>
                    <a:lnTo>
                      <a:pt x="1883" y="5350"/>
                    </a:lnTo>
                    <a:lnTo>
                      <a:pt x="1939" y="5387"/>
                    </a:lnTo>
                    <a:lnTo>
                      <a:pt x="1995" y="5387"/>
                    </a:lnTo>
                    <a:lnTo>
                      <a:pt x="2126" y="5406"/>
                    </a:lnTo>
                    <a:lnTo>
                      <a:pt x="2293" y="5462"/>
                    </a:lnTo>
                    <a:lnTo>
                      <a:pt x="2592" y="5573"/>
                    </a:lnTo>
                    <a:lnTo>
                      <a:pt x="2890" y="5704"/>
                    </a:lnTo>
                    <a:lnTo>
                      <a:pt x="3225" y="5816"/>
                    </a:lnTo>
                    <a:lnTo>
                      <a:pt x="3393" y="5872"/>
                    </a:lnTo>
                    <a:lnTo>
                      <a:pt x="3580" y="5909"/>
                    </a:lnTo>
                    <a:lnTo>
                      <a:pt x="3785" y="5946"/>
                    </a:lnTo>
                    <a:lnTo>
                      <a:pt x="4400" y="5946"/>
                    </a:lnTo>
                    <a:lnTo>
                      <a:pt x="4586" y="5928"/>
                    </a:lnTo>
                    <a:lnTo>
                      <a:pt x="4772" y="5909"/>
                    </a:lnTo>
                    <a:lnTo>
                      <a:pt x="4940" y="5853"/>
                    </a:lnTo>
                    <a:lnTo>
                      <a:pt x="5108" y="5797"/>
                    </a:lnTo>
                    <a:lnTo>
                      <a:pt x="5238" y="5723"/>
                    </a:lnTo>
                    <a:lnTo>
                      <a:pt x="5332" y="5611"/>
                    </a:lnTo>
                    <a:lnTo>
                      <a:pt x="5388" y="5499"/>
                    </a:lnTo>
                    <a:lnTo>
                      <a:pt x="5425" y="5368"/>
                    </a:lnTo>
                    <a:lnTo>
                      <a:pt x="5425" y="5238"/>
                    </a:lnTo>
                    <a:lnTo>
                      <a:pt x="5406" y="5089"/>
                    </a:lnTo>
                    <a:lnTo>
                      <a:pt x="5481" y="4996"/>
                    </a:lnTo>
                    <a:lnTo>
                      <a:pt x="5537" y="4902"/>
                    </a:lnTo>
                    <a:lnTo>
                      <a:pt x="5574" y="4809"/>
                    </a:lnTo>
                    <a:lnTo>
                      <a:pt x="5611" y="4697"/>
                    </a:lnTo>
                    <a:lnTo>
                      <a:pt x="5630" y="4567"/>
                    </a:lnTo>
                    <a:lnTo>
                      <a:pt x="5630" y="4455"/>
                    </a:lnTo>
                    <a:lnTo>
                      <a:pt x="5630" y="4325"/>
                    </a:lnTo>
                    <a:lnTo>
                      <a:pt x="5593" y="4213"/>
                    </a:lnTo>
                    <a:lnTo>
                      <a:pt x="5667" y="4101"/>
                    </a:lnTo>
                    <a:lnTo>
                      <a:pt x="5723" y="3989"/>
                    </a:lnTo>
                    <a:lnTo>
                      <a:pt x="5742" y="3877"/>
                    </a:lnTo>
                    <a:lnTo>
                      <a:pt x="5779" y="3747"/>
                    </a:lnTo>
                    <a:lnTo>
                      <a:pt x="5779" y="3635"/>
                    </a:lnTo>
                    <a:lnTo>
                      <a:pt x="5760" y="3523"/>
                    </a:lnTo>
                    <a:lnTo>
                      <a:pt x="5742" y="3393"/>
                    </a:lnTo>
                    <a:lnTo>
                      <a:pt x="5704" y="3299"/>
                    </a:lnTo>
                    <a:lnTo>
                      <a:pt x="5798" y="3169"/>
                    </a:lnTo>
                    <a:lnTo>
                      <a:pt x="5872" y="3038"/>
                    </a:lnTo>
                    <a:lnTo>
                      <a:pt x="5909" y="2889"/>
                    </a:lnTo>
                    <a:lnTo>
                      <a:pt x="5928" y="2722"/>
                    </a:lnTo>
                    <a:lnTo>
                      <a:pt x="5909" y="2591"/>
                    </a:lnTo>
                    <a:lnTo>
                      <a:pt x="5872" y="2461"/>
                    </a:lnTo>
                    <a:lnTo>
                      <a:pt x="5816" y="2349"/>
                    </a:lnTo>
                    <a:lnTo>
                      <a:pt x="5723" y="2256"/>
                    </a:lnTo>
                    <a:lnTo>
                      <a:pt x="5630" y="2162"/>
                    </a:lnTo>
                    <a:lnTo>
                      <a:pt x="5518" y="2106"/>
                    </a:lnTo>
                    <a:lnTo>
                      <a:pt x="5388" y="2069"/>
                    </a:lnTo>
                    <a:lnTo>
                      <a:pt x="5238" y="2051"/>
                    </a:lnTo>
                    <a:lnTo>
                      <a:pt x="4064" y="2051"/>
                    </a:lnTo>
                    <a:lnTo>
                      <a:pt x="4101" y="1920"/>
                    </a:lnTo>
                    <a:lnTo>
                      <a:pt x="4157" y="1808"/>
                    </a:lnTo>
                    <a:lnTo>
                      <a:pt x="4288" y="1566"/>
                    </a:lnTo>
                    <a:lnTo>
                      <a:pt x="4344" y="1435"/>
                    </a:lnTo>
                    <a:lnTo>
                      <a:pt x="4400" y="1286"/>
                    </a:lnTo>
                    <a:lnTo>
                      <a:pt x="4437" y="1119"/>
                    </a:lnTo>
                    <a:lnTo>
                      <a:pt x="4456" y="951"/>
                    </a:lnTo>
                    <a:lnTo>
                      <a:pt x="4437" y="802"/>
                    </a:lnTo>
                    <a:lnTo>
                      <a:pt x="4418" y="671"/>
                    </a:lnTo>
                    <a:lnTo>
                      <a:pt x="4400" y="541"/>
                    </a:lnTo>
                    <a:lnTo>
                      <a:pt x="4362" y="447"/>
                    </a:lnTo>
                    <a:lnTo>
                      <a:pt x="4306" y="354"/>
                    </a:lnTo>
                    <a:lnTo>
                      <a:pt x="4251" y="280"/>
                    </a:lnTo>
                    <a:lnTo>
                      <a:pt x="4195" y="205"/>
                    </a:lnTo>
                    <a:lnTo>
                      <a:pt x="4139" y="168"/>
                    </a:lnTo>
                    <a:lnTo>
                      <a:pt x="3990" y="75"/>
                    </a:lnTo>
                    <a:lnTo>
                      <a:pt x="3859" y="37"/>
                    </a:lnTo>
                    <a:lnTo>
                      <a:pt x="3729" y="19"/>
                    </a:lnTo>
                    <a:lnTo>
                      <a:pt x="3617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solidFill>
                    <a:srgbClr val="434343"/>
                  </a:solidFill>
                </a:endParaRPr>
              </a:p>
            </p:txBody>
          </p:sp>
        </p:grpSp>
        <p:grpSp>
          <p:nvGrpSpPr>
            <p:cNvPr id="243" name="Google Shape;243;p22"/>
            <p:cNvGrpSpPr/>
            <p:nvPr/>
          </p:nvGrpSpPr>
          <p:grpSpPr>
            <a:xfrm>
              <a:off x="801125" y="3214206"/>
              <a:ext cx="1695900" cy="892144"/>
              <a:chOff x="801125" y="3214206"/>
              <a:chExt cx="1695900" cy="892144"/>
            </a:xfrm>
          </p:grpSpPr>
          <p:sp>
            <p:nvSpPr>
              <p:cNvPr id="244" name="Google Shape;244;p22"/>
              <p:cNvSpPr txBox="1"/>
              <p:nvPr/>
            </p:nvSpPr>
            <p:spPr>
              <a:xfrm>
                <a:off x="801125" y="3469450"/>
                <a:ext cx="1695900" cy="636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t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1200">
                    <a:solidFill>
                      <a:srgbClr val="434343"/>
                    </a:solidFill>
                    <a:latin typeface="Montserrat"/>
                    <a:ea typeface="Montserrat"/>
                    <a:cs typeface="Montserrat"/>
                    <a:sym typeface="Montserrat"/>
                  </a:rPr>
                  <a:t>For PowerPoint and Google Slides</a:t>
                </a:r>
                <a:endParaRPr sz="1200">
                  <a:solidFill>
                    <a:srgbClr val="434343"/>
                  </a:solidFill>
                  <a:latin typeface="Montserrat"/>
                  <a:ea typeface="Montserrat"/>
                  <a:cs typeface="Montserrat"/>
                  <a:sym typeface="Montserrat"/>
                </a:endParaRPr>
              </a:p>
            </p:txBody>
          </p:sp>
          <p:sp>
            <p:nvSpPr>
              <p:cNvPr id="245" name="Google Shape;245;p22"/>
              <p:cNvSpPr/>
              <p:nvPr/>
            </p:nvSpPr>
            <p:spPr>
              <a:xfrm>
                <a:off x="1535764" y="3214206"/>
                <a:ext cx="226629" cy="180627"/>
              </a:xfrm>
              <a:custGeom>
                <a:avLst/>
                <a:gdLst/>
                <a:ahLst/>
                <a:cxnLst/>
                <a:rect l="l" t="t" r="r" b="b"/>
                <a:pathLst>
                  <a:path w="7439" h="5929" extrusionOk="0">
                    <a:moveTo>
                      <a:pt x="5947" y="728"/>
                    </a:moveTo>
                    <a:lnTo>
                      <a:pt x="5947" y="3710"/>
                    </a:lnTo>
                    <a:lnTo>
                      <a:pt x="1492" y="3710"/>
                    </a:lnTo>
                    <a:lnTo>
                      <a:pt x="1492" y="728"/>
                    </a:lnTo>
                    <a:close/>
                    <a:moveTo>
                      <a:pt x="1194" y="1"/>
                    </a:moveTo>
                    <a:lnTo>
                      <a:pt x="1101" y="38"/>
                    </a:lnTo>
                    <a:lnTo>
                      <a:pt x="989" y="94"/>
                    </a:lnTo>
                    <a:lnTo>
                      <a:pt x="914" y="150"/>
                    </a:lnTo>
                    <a:lnTo>
                      <a:pt x="840" y="243"/>
                    </a:lnTo>
                    <a:lnTo>
                      <a:pt x="802" y="336"/>
                    </a:lnTo>
                    <a:lnTo>
                      <a:pt x="765" y="430"/>
                    </a:lnTo>
                    <a:lnTo>
                      <a:pt x="746" y="542"/>
                    </a:lnTo>
                    <a:lnTo>
                      <a:pt x="746" y="4437"/>
                    </a:lnTo>
                    <a:lnTo>
                      <a:pt x="6693" y="4437"/>
                    </a:lnTo>
                    <a:lnTo>
                      <a:pt x="6693" y="542"/>
                    </a:lnTo>
                    <a:lnTo>
                      <a:pt x="6674" y="430"/>
                    </a:lnTo>
                    <a:lnTo>
                      <a:pt x="6655" y="336"/>
                    </a:lnTo>
                    <a:lnTo>
                      <a:pt x="6599" y="243"/>
                    </a:lnTo>
                    <a:lnTo>
                      <a:pt x="6525" y="150"/>
                    </a:lnTo>
                    <a:lnTo>
                      <a:pt x="6450" y="94"/>
                    </a:lnTo>
                    <a:lnTo>
                      <a:pt x="6357" y="38"/>
                    </a:lnTo>
                    <a:lnTo>
                      <a:pt x="6245" y="1"/>
                    </a:lnTo>
                    <a:close/>
                    <a:moveTo>
                      <a:pt x="187" y="4810"/>
                    </a:moveTo>
                    <a:lnTo>
                      <a:pt x="131" y="4829"/>
                    </a:lnTo>
                    <a:lnTo>
                      <a:pt x="57" y="4866"/>
                    </a:lnTo>
                    <a:lnTo>
                      <a:pt x="20" y="4941"/>
                    </a:lnTo>
                    <a:lnTo>
                      <a:pt x="1" y="4996"/>
                    </a:lnTo>
                    <a:lnTo>
                      <a:pt x="1" y="5183"/>
                    </a:lnTo>
                    <a:lnTo>
                      <a:pt x="20" y="5332"/>
                    </a:lnTo>
                    <a:lnTo>
                      <a:pt x="75" y="5481"/>
                    </a:lnTo>
                    <a:lnTo>
                      <a:pt x="131" y="5612"/>
                    </a:lnTo>
                    <a:lnTo>
                      <a:pt x="225" y="5705"/>
                    </a:lnTo>
                    <a:lnTo>
                      <a:pt x="336" y="5798"/>
                    </a:lnTo>
                    <a:lnTo>
                      <a:pt x="467" y="5873"/>
                    </a:lnTo>
                    <a:lnTo>
                      <a:pt x="597" y="5910"/>
                    </a:lnTo>
                    <a:lnTo>
                      <a:pt x="746" y="5928"/>
                    </a:lnTo>
                    <a:lnTo>
                      <a:pt x="6693" y="5928"/>
                    </a:lnTo>
                    <a:lnTo>
                      <a:pt x="6842" y="5910"/>
                    </a:lnTo>
                    <a:lnTo>
                      <a:pt x="6972" y="5873"/>
                    </a:lnTo>
                    <a:lnTo>
                      <a:pt x="7103" y="5798"/>
                    </a:lnTo>
                    <a:lnTo>
                      <a:pt x="7214" y="5705"/>
                    </a:lnTo>
                    <a:lnTo>
                      <a:pt x="7308" y="5612"/>
                    </a:lnTo>
                    <a:lnTo>
                      <a:pt x="7382" y="5481"/>
                    </a:lnTo>
                    <a:lnTo>
                      <a:pt x="7420" y="5332"/>
                    </a:lnTo>
                    <a:lnTo>
                      <a:pt x="7438" y="5183"/>
                    </a:lnTo>
                    <a:lnTo>
                      <a:pt x="7438" y="4996"/>
                    </a:lnTo>
                    <a:lnTo>
                      <a:pt x="7420" y="4941"/>
                    </a:lnTo>
                    <a:lnTo>
                      <a:pt x="7382" y="4866"/>
                    </a:lnTo>
                    <a:lnTo>
                      <a:pt x="7326" y="4829"/>
                    </a:lnTo>
                    <a:lnTo>
                      <a:pt x="7252" y="4810"/>
                    </a:lnTo>
                    <a:lnTo>
                      <a:pt x="4437" y="4810"/>
                    </a:lnTo>
                    <a:lnTo>
                      <a:pt x="4419" y="4903"/>
                    </a:lnTo>
                    <a:lnTo>
                      <a:pt x="4400" y="4978"/>
                    </a:lnTo>
                    <a:lnTo>
                      <a:pt x="4363" y="5034"/>
                    </a:lnTo>
                    <a:lnTo>
                      <a:pt x="4325" y="5090"/>
                    </a:lnTo>
                    <a:lnTo>
                      <a:pt x="4269" y="5127"/>
                    </a:lnTo>
                    <a:lnTo>
                      <a:pt x="4195" y="5164"/>
                    </a:lnTo>
                    <a:lnTo>
                      <a:pt x="4139" y="5183"/>
                    </a:lnTo>
                    <a:lnTo>
                      <a:pt x="3263" y="5183"/>
                    </a:lnTo>
                    <a:lnTo>
                      <a:pt x="3207" y="5146"/>
                    </a:lnTo>
                    <a:lnTo>
                      <a:pt x="3132" y="5108"/>
                    </a:lnTo>
                    <a:lnTo>
                      <a:pt x="3076" y="5071"/>
                    </a:lnTo>
                    <a:lnTo>
                      <a:pt x="3039" y="5015"/>
                    </a:lnTo>
                    <a:lnTo>
                      <a:pt x="3002" y="4941"/>
                    </a:lnTo>
                    <a:lnTo>
                      <a:pt x="2983" y="4885"/>
                    </a:lnTo>
                    <a:lnTo>
                      <a:pt x="2965" y="481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solidFill>
                    <a:srgbClr val="434343"/>
                  </a:solidFill>
                </a:endParaRPr>
              </a:p>
            </p:txBody>
          </p:sp>
        </p:grpSp>
      </p:grpSp>
    </p:spTree>
  </p:cSld>
  <p:clrMapOvr>
    <a:masterClrMapping/>
  </p:clrMapOvr>
</p:sld>
</file>

<file path=ppt/theme/theme1.xml><?xml version="1.0" encoding="utf-8"?>
<a:theme xmlns:a="http://schemas.openxmlformats.org/drawingml/2006/main" name="Caius template">
  <a:themeElements>
    <a:clrScheme name="Custom 347">
      <a:dk1>
        <a:srgbClr val="001F46"/>
      </a:dk1>
      <a:lt1>
        <a:srgbClr val="FFFFFF"/>
      </a:lt1>
      <a:dk2>
        <a:srgbClr val="748394"/>
      </a:dk2>
      <a:lt2>
        <a:srgbClr val="F0F3F7"/>
      </a:lt2>
      <a:accent1>
        <a:srgbClr val="4397EE"/>
      </a:accent1>
      <a:accent2>
        <a:srgbClr val="2170CC"/>
      </a:accent2>
      <a:accent3>
        <a:srgbClr val="154C8A"/>
      </a:accent3>
      <a:accent4>
        <a:srgbClr val="A9D039"/>
      </a:accent4>
      <a:accent5>
        <a:srgbClr val="14B9CA"/>
      </a:accent5>
      <a:accent6>
        <a:srgbClr val="DDE3EB"/>
      </a:accent6>
      <a:hlink>
        <a:srgbClr val="2170CC"/>
      </a:hlink>
      <a:folHlink>
        <a:srgbClr val="6611CC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53</TotalTime>
  <Words>140</Words>
  <Application>Microsoft Macintosh PowerPoint</Application>
  <PresentationFormat>On-screen Show (16:9)</PresentationFormat>
  <Paragraphs>43</Paragraphs>
  <Slides>11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8" baseType="lpstr">
      <vt:lpstr>Arial</vt:lpstr>
      <vt:lpstr>Barlow SemiBold</vt:lpstr>
      <vt:lpstr>Barlow</vt:lpstr>
      <vt:lpstr>Montserrat</vt:lpstr>
      <vt:lpstr>Barlow Light</vt:lpstr>
      <vt:lpstr>Calibri</vt:lpstr>
      <vt:lpstr>Caius template</vt:lpstr>
      <vt:lpstr>Standard chemoradiotherapy with concurrent and adjuvant camrelizumab in patients phase III trial</vt:lpstr>
      <vt:lpstr>Data Exploration I</vt:lpstr>
      <vt:lpstr>Data Exploration II</vt:lpstr>
      <vt:lpstr>Data Exploration III</vt:lpstr>
      <vt:lpstr>Data Analysis</vt:lpstr>
      <vt:lpstr>Kaplan–Meier Curves</vt:lpstr>
      <vt:lpstr>Kaplan–Meier Curves</vt:lpstr>
      <vt:lpstr>Swimpool plot</vt:lpstr>
      <vt:lpstr>Other Statistics</vt:lpstr>
      <vt:lpstr>Conclusion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Microsoft Office User</cp:lastModifiedBy>
  <cp:revision>3</cp:revision>
  <dcterms:modified xsi:type="dcterms:W3CDTF">2026-03-10T20:23:48Z</dcterms:modified>
</cp:coreProperties>
</file>